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sldIdLst>
    <p:sldId id="256" r:id="rId2"/>
    <p:sldId id="257" r:id="rId3"/>
    <p:sldId id="264" r:id="rId4"/>
    <p:sldId id="269" r:id="rId5"/>
    <p:sldId id="262" r:id="rId6"/>
    <p:sldId id="263" r:id="rId7"/>
    <p:sldId id="268" r:id="rId8"/>
    <p:sldId id="270" r:id="rId9"/>
    <p:sldId id="271" r:id="rId10"/>
    <p:sldId id="273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C698E56-C94D-4E99-9115-6FC84C6FBF94}">
          <p14:sldIdLst>
            <p14:sldId id="256"/>
            <p14:sldId id="257"/>
            <p14:sldId id="264"/>
          </p14:sldIdLst>
        </p14:section>
        <p14:section name="Untitled Section" id="{C6531328-6D08-403C-8200-1F737CC321E9}">
          <p14:sldIdLst>
            <p14:sldId id="269"/>
            <p14:sldId id="262"/>
            <p14:sldId id="263"/>
            <p14:sldId id="268"/>
            <p14:sldId id="270"/>
            <p14:sldId id="271"/>
            <p14:sldId id="273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CC13E4-8703-4B4B-AA24-C1B917D959DA}" v="33" dt="2021-05-06T00:41:38.2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04" autoAdjust="0"/>
  </p:normalViewPr>
  <p:slideViewPr>
    <p:cSldViewPr snapToGrid="0">
      <p:cViewPr varScale="1">
        <p:scale>
          <a:sx n="110" d="100"/>
          <a:sy n="110" d="100"/>
        </p:scale>
        <p:origin x="594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ien Truong" userId="3ee5793a3bd81d5d" providerId="LiveId" clId="{6ACC13E4-8703-4B4B-AA24-C1B917D959DA}"/>
    <pc:docChg chg="undo redo custSel addSld delSld modSld sldOrd">
      <pc:chgData name="Thien Truong" userId="3ee5793a3bd81d5d" providerId="LiveId" clId="{6ACC13E4-8703-4B4B-AA24-C1B917D959DA}" dt="2021-05-06T00:54:36.069" v="2051" actId="5793"/>
      <pc:docMkLst>
        <pc:docMk/>
      </pc:docMkLst>
      <pc:sldChg chg="addSp modSp new mod setBg addAnim modAnim">
        <pc:chgData name="Thien Truong" userId="3ee5793a3bd81d5d" providerId="LiveId" clId="{6ACC13E4-8703-4B4B-AA24-C1B917D959DA}" dt="2021-05-06T00:13:41.367" v="701"/>
        <pc:sldMkLst>
          <pc:docMk/>
          <pc:sldMk cId="2192029461" sldId="256"/>
        </pc:sldMkLst>
        <pc:spChg chg="mod">
          <ac:chgData name="Thien Truong" userId="3ee5793a3bd81d5d" providerId="LiveId" clId="{6ACC13E4-8703-4B4B-AA24-C1B917D959DA}" dt="2021-05-06T00:13:16.025" v="697" actId="26606"/>
          <ac:spMkLst>
            <pc:docMk/>
            <pc:sldMk cId="2192029461" sldId="256"/>
            <ac:spMk id="2" creationId="{DD8A8C94-9BC1-4A37-8A8D-EC7D0868623B}"/>
          </ac:spMkLst>
        </pc:spChg>
        <pc:spChg chg="mod">
          <ac:chgData name="Thien Truong" userId="3ee5793a3bd81d5d" providerId="LiveId" clId="{6ACC13E4-8703-4B4B-AA24-C1B917D959DA}" dt="2021-05-06T00:13:16.025" v="697" actId="26606"/>
          <ac:spMkLst>
            <pc:docMk/>
            <pc:sldMk cId="2192029461" sldId="256"/>
            <ac:spMk id="3" creationId="{08E1F140-FB83-4269-B07E-9D52F43B1B91}"/>
          </ac:spMkLst>
        </pc:spChg>
        <pc:spChg chg="add">
          <ac:chgData name="Thien Truong" userId="3ee5793a3bd81d5d" providerId="LiveId" clId="{6ACC13E4-8703-4B4B-AA24-C1B917D959DA}" dt="2021-05-06T00:13:16.025" v="697" actId="26606"/>
          <ac:spMkLst>
            <pc:docMk/>
            <pc:sldMk cId="2192029461" sldId="256"/>
            <ac:spMk id="9" creationId="{74426AB7-D619-4515-962A-BC83909EC015}"/>
          </ac:spMkLst>
        </pc:spChg>
        <pc:spChg chg="add">
          <ac:chgData name="Thien Truong" userId="3ee5793a3bd81d5d" providerId="LiveId" clId="{6ACC13E4-8703-4B4B-AA24-C1B917D959DA}" dt="2021-05-06T00:13:16.025" v="697" actId="26606"/>
          <ac:spMkLst>
            <pc:docMk/>
            <pc:sldMk cId="2192029461" sldId="256"/>
            <ac:spMk id="11" creationId="{DE47DF98-723F-4AAC-ABCF-CACBC438F78F}"/>
          </ac:spMkLst>
        </pc:spChg>
        <pc:picChg chg="add mod">
          <ac:chgData name="Thien Truong" userId="3ee5793a3bd81d5d" providerId="LiveId" clId="{6ACC13E4-8703-4B4B-AA24-C1B917D959DA}" dt="2021-05-06T00:13:16.025" v="697" actId="26606"/>
          <ac:picMkLst>
            <pc:docMk/>
            <pc:sldMk cId="2192029461" sldId="256"/>
            <ac:picMk id="4" creationId="{3231B79D-06AD-488C-94E4-0090B40BBE8A}"/>
          </ac:picMkLst>
        </pc:picChg>
        <pc:cxnChg chg="add">
          <ac:chgData name="Thien Truong" userId="3ee5793a3bd81d5d" providerId="LiveId" clId="{6ACC13E4-8703-4B4B-AA24-C1B917D959DA}" dt="2021-05-06T00:13:16.025" v="697" actId="26606"/>
          <ac:cxnSpMkLst>
            <pc:docMk/>
            <pc:sldMk cId="2192029461" sldId="256"/>
            <ac:cxnSpMk id="13" creationId="{EA29FC7C-9308-4FDE-8DCA-405668055B0F}"/>
          </ac:cxnSpMkLst>
        </pc:cxnChg>
      </pc:sldChg>
      <pc:sldChg chg="addSp delSp modSp new mod setBg modClrScheme delDesignElem chgLayout">
        <pc:chgData name="Thien Truong" userId="3ee5793a3bd81d5d" providerId="LiveId" clId="{6ACC13E4-8703-4B4B-AA24-C1B917D959DA}" dt="2021-05-06T00:39:12.113" v="1464" actId="20577"/>
        <pc:sldMkLst>
          <pc:docMk/>
          <pc:sldMk cId="3343177660" sldId="257"/>
        </pc:sldMkLst>
        <pc:spChg chg="mod ord">
          <ac:chgData name="Thien Truong" userId="3ee5793a3bd81d5d" providerId="LiveId" clId="{6ACC13E4-8703-4B4B-AA24-C1B917D959DA}" dt="2021-05-06T00:33:38.252" v="1304" actId="26606"/>
          <ac:spMkLst>
            <pc:docMk/>
            <pc:sldMk cId="3343177660" sldId="257"/>
            <ac:spMk id="2" creationId="{57E09870-5D2D-421C-A12F-74500DB92A40}"/>
          </ac:spMkLst>
        </pc:spChg>
        <pc:spChg chg="del">
          <ac:chgData name="Thien Truong" userId="3ee5793a3bd81d5d" providerId="LiveId" clId="{6ACC13E4-8703-4B4B-AA24-C1B917D959DA}" dt="2021-05-05T17:22:35.230" v="131" actId="478"/>
          <ac:spMkLst>
            <pc:docMk/>
            <pc:sldMk cId="3343177660" sldId="257"/>
            <ac:spMk id="3" creationId="{373EFF92-A874-4C52-A555-B82A773AD2E3}"/>
          </ac:spMkLst>
        </pc:spChg>
        <pc:spChg chg="add del mod ord">
          <ac:chgData name="Thien Truong" userId="3ee5793a3bd81d5d" providerId="LiveId" clId="{6ACC13E4-8703-4B4B-AA24-C1B917D959DA}" dt="2021-05-06T00:09:59.219" v="685" actId="700"/>
          <ac:spMkLst>
            <pc:docMk/>
            <pc:sldMk cId="3343177660" sldId="257"/>
            <ac:spMk id="3" creationId="{4AE6252B-2D21-461B-9FE9-FDE101A7EE47}"/>
          </ac:spMkLst>
        </pc:spChg>
        <pc:spChg chg="add del mod ord">
          <ac:chgData name="Thien Truong" userId="3ee5793a3bd81d5d" providerId="LiveId" clId="{6ACC13E4-8703-4B4B-AA24-C1B917D959DA}" dt="2021-05-06T00:10:27.334" v="690" actId="26606"/>
          <ac:spMkLst>
            <pc:docMk/>
            <pc:sldMk cId="3343177660" sldId="257"/>
            <ac:spMk id="4" creationId="{971CC46C-83BB-4B6A-A0DE-3247F780F715}"/>
          </ac:spMkLst>
        </pc:spChg>
        <pc:spChg chg="add del mod">
          <ac:chgData name="Thien Truong" userId="3ee5793a3bd81d5d" providerId="LiveId" clId="{6ACC13E4-8703-4B4B-AA24-C1B917D959DA}" dt="2021-05-06T00:10:33" v="691" actId="6264"/>
          <ac:spMkLst>
            <pc:docMk/>
            <pc:sldMk cId="3343177660" sldId="257"/>
            <ac:spMk id="5" creationId="{F4F7B388-74BC-4E2E-AFD8-7FFD9D3C452F}"/>
          </ac:spMkLst>
        </pc:spChg>
        <pc:spChg chg="add del mod ord">
          <ac:chgData name="Thien Truong" userId="3ee5793a3bd81d5d" providerId="LiveId" clId="{6ACC13E4-8703-4B4B-AA24-C1B917D959DA}" dt="2021-05-06T00:12:27.544" v="692"/>
          <ac:spMkLst>
            <pc:docMk/>
            <pc:sldMk cId="3343177660" sldId="257"/>
            <ac:spMk id="6" creationId="{4DB8EADB-C3B0-4E59-BD5D-51A2AB015EF6}"/>
          </ac:spMkLst>
        </pc:spChg>
        <pc:spChg chg="add del mod">
          <ac:chgData name="Thien Truong" userId="3ee5793a3bd81d5d" providerId="LiveId" clId="{6ACC13E4-8703-4B4B-AA24-C1B917D959DA}" dt="2021-05-06T00:39:12.113" v="1464" actId="20577"/>
          <ac:spMkLst>
            <pc:docMk/>
            <pc:sldMk cId="3343177660" sldId="257"/>
            <ac:spMk id="7" creationId="{F64E7958-146C-4CD8-9373-0D623479BC68}"/>
          </ac:spMkLst>
        </pc:spChg>
        <pc:spChg chg="add del">
          <ac:chgData name="Thien Truong" userId="3ee5793a3bd81d5d" providerId="LiveId" clId="{6ACC13E4-8703-4B4B-AA24-C1B917D959DA}" dt="2021-05-06T00:15:10.419" v="703" actId="478"/>
          <ac:spMkLst>
            <pc:docMk/>
            <pc:sldMk cId="3343177660" sldId="257"/>
            <ac:spMk id="8" creationId="{8B8A58CD-8049-4B6D-8B70-A3B8A9B02A7C}"/>
          </ac:spMkLst>
        </pc:spChg>
        <pc:spChg chg="add del">
          <ac:chgData name="Thien Truong" userId="3ee5793a3bd81d5d" providerId="LiveId" clId="{6ACC13E4-8703-4B4B-AA24-C1B917D959DA}" dt="2021-05-06T00:10:17.021" v="687" actId="26606"/>
          <ac:spMkLst>
            <pc:docMk/>
            <pc:sldMk cId="3343177660" sldId="257"/>
            <ac:spMk id="9" creationId="{827B839B-9ADE-406B-8590-F1CAEDED45A1}"/>
          </ac:spMkLst>
        </pc:spChg>
        <pc:spChg chg="add del">
          <ac:chgData name="Thien Truong" userId="3ee5793a3bd81d5d" providerId="LiveId" clId="{6ACC13E4-8703-4B4B-AA24-C1B917D959DA}" dt="2021-05-06T00:33:38.252" v="1304" actId="26606"/>
          <ac:spMkLst>
            <pc:docMk/>
            <pc:sldMk cId="3343177660" sldId="257"/>
            <ac:spMk id="10" creationId="{4038CB10-1F5C-4D54-9DF7-12586DE5B007}"/>
          </ac:spMkLst>
        </pc:spChg>
        <pc:spChg chg="add del">
          <ac:chgData name="Thien Truong" userId="3ee5793a3bd81d5d" providerId="LiveId" clId="{6ACC13E4-8703-4B4B-AA24-C1B917D959DA}" dt="2021-05-06T00:10:17.021" v="687" actId="26606"/>
          <ac:spMkLst>
            <pc:docMk/>
            <pc:sldMk cId="3343177660" sldId="257"/>
            <ac:spMk id="11" creationId="{CFE45BF0-46DB-408C-B5F7-7B11716805D4}"/>
          </ac:spMkLst>
        </pc:spChg>
        <pc:spChg chg="add del">
          <ac:chgData name="Thien Truong" userId="3ee5793a3bd81d5d" providerId="LiveId" clId="{6ACC13E4-8703-4B4B-AA24-C1B917D959DA}" dt="2021-05-06T00:33:38.252" v="1304" actId="26606"/>
          <ac:spMkLst>
            <pc:docMk/>
            <pc:sldMk cId="3343177660" sldId="257"/>
            <ac:spMk id="12" creationId="{73ED6512-6858-4552-B699-9A97FE9A4EA2}"/>
          </ac:spMkLst>
        </pc:spChg>
        <pc:spChg chg="add del">
          <ac:chgData name="Thien Truong" userId="3ee5793a3bd81d5d" providerId="LiveId" clId="{6ACC13E4-8703-4B4B-AA24-C1B917D959DA}" dt="2021-05-06T00:10:17.021" v="687" actId="26606"/>
          <ac:spMkLst>
            <pc:docMk/>
            <pc:sldMk cId="3343177660" sldId="257"/>
            <ac:spMk id="13" creationId="{2AEBC8F2-97B1-41B4-93F1-2D289E197FBA}"/>
          </ac:spMkLst>
        </pc:spChg>
        <pc:spChg chg="add del">
          <ac:chgData name="Thien Truong" userId="3ee5793a3bd81d5d" providerId="LiveId" clId="{6ACC13E4-8703-4B4B-AA24-C1B917D959DA}" dt="2021-05-06T00:10:17.021" v="687" actId="26606"/>
          <ac:spMkLst>
            <pc:docMk/>
            <pc:sldMk cId="3343177660" sldId="257"/>
            <ac:spMk id="15" creationId="{472E3A19-F5D5-48FC-BB9C-48C2F68F598B}"/>
          </ac:spMkLst>
        </pc:spChg>
        <pc:spChg chg="add del">
          <ac:chgData name="Thien Truong" userId="3ee5793a3bd81d5d" providerId="LiveId" clId="{6ACC13E4-8703-4B4B-AA24-C1B917D959DA}" dt="2021-05-06T00:10:17.021" v="687" actId="26606"/>
          <ac:spMkLst>
            <pc:docMk/>
            <pc:sldMk cId="3343177660" sldId="257"/>
            <ac:spMk id="17" creationId="{7A62E32F-BB65-43A8-8EB5-92346890E549}"/>
          </ac:spMkLst>
        </pc:spChg>
        <pc:spChg chg="add del">
          <ac:chgData name="Thien Truong" userId="3ee5793a3bd81d5d" providerId="LiveId" clId="{6ACC13E4-8703-4B4B-AA24-C1B917D959DA}" dt="2021-05-06T00:10:17.021" v="687" actId="26606"/>
          <ac:spMkLst>
            <pc:docMk/>
            <pc:sldMk cId="3343177660" sldId="257"/>
            <ac:spMk id="19" creationId="{14E91B64-9FCC-451E-AFB4-A827D6329367}"/>
          </ac:spMkLst>
        </pc:spChg>
        <pc:spChg chg="add del">
          <ac:chgData name="Thien Truong" userId="3ee5793a3bd81d5d" providerId="LiveId" clId="{6ACC13E4-8703-4B4B-AA24-C1B917D959DA}" dt="2021-05-06T00:10:27.317" v="689" actId="26606"/>
          <ac:spMkLst>
            <pc:docMk/>
            <pc:sldMk cId="3343177660" sldId="257"/>
            <ac:spMk id="21" creationId="{4351DFE5-F63D-4BE0-BDA9-E3EB88F01AA5}"/>
          </ac:spMkLst>
        </pc:spChg>
        <pc:spChg chg="add del">
          <ac:chgData name="Thien Truong" userId="3ee5793a3bd81d5d" providerId="LiveId" clId="{6ACC13E4-8703-4B4B-AA24-C1B917D959DA}" dt="2021-05-06T00:10:33" v="691" actId="6264"/>
          <ac:spMkLst>
            <pc:docMk/>
            <pc:sldMk cId="3343177660" sldId="257"/>
            <ac:spMk id="24" creationId="{6DDA8CE9-E0A6-4FF2-823D-D08607606DC2}"/>
          </ac:spMkLst>
        </pc:spChg>
        <pc:spChg chg="add del">
          <ac:chgData name="Thien Truong" userId="3ee5793a3bd81d5d" providerId="LiveId" clId="{6ACC13E4-8703-4B4B-AA24-C1B917D959DA}" dt="2021-05-06T00:10:33" v="691" actId="6264"/>
          <ac:spMkLst>
            <pc:docMk/>
            <pc:sldMk cId="3343177660" sldId="257"/>
            <ac:spMk id="25" creationId="{11195564-33B9-434B-9641-764F5905A56F}"/>
          </ac:spMkLst>
        </pc:spChg>
        <pc:grpChg chg="add del">
          <ac:chgData name="Thien Truong" userId="3ee5793a3bd81d5d" providerId="LiveId" clId="{6ACC13E4-8703-4B4B-AA24-C1B917D959DA}" dt="2021-05-06T00:10:33" v="691" actId="6264"/>
          <ac:grpSpMkLst>
            <pc:docMk/>
            <pc:sldMk cId="3343177660" sldId="257"/>
            <ac:grpSpMk id="26" creationId="{1D18C537-E336-47C4-836B-C342A230F8F3}"/>
          </ac:grpSpMkLst>
        </pc:grpChg>
        <pc:grpChg chg="add del">
          <ac:chgData name="Thien Truong" userId="3ee5793a3bd81d5d" providerId="LiveId" clId="{6ACC13E4-8703-4B4B-AA24-C1B917D959DA}" dt="2021-05-06T00:10:33" v="691" actId="6264"/>
          <ac:grpSpMkLst>
            <pc:docMk/>
            <pc:sldMk cId="3343177660" sldId="257"/>
            <ac:grpSpMk id="29" creationId="{5A1259D8-0C3A-4069-A22F-537BBBB61A9C}"/>
          </ac:grpSpMkLst>
        </pc:grpChg>
        <pc:graphicFrameChg chg="add del">
          <ac:chgData name="Thien Truong" userId="3ee5793a3bd81d5d" providerId="LiveId" clId="{6ACC13E4-8703-4B4B-AA24-C1B917D959DA}" dt="2021-05-06T00:33:38.252" v="1304" actId="26606"/>
          <ac:graphicFrameMkLst>
            <pc:docMk/>
            <pc:sldMk cId="3343177660" sldId="257"/>
            <ac:graphicFrameMk id="14" creationId="{A3E55D0C-4EC4-4281-BCDB-3D92C22A1266}"/>
          </ac:graphicFrameMkLst>
        </pc:graphicFrameChg>
        <pc:picChg chg="add del">
          <ac:chgData name="Thien Truong" userId="3ee5793a3bd81d5d" providerId="LiveId" clId="{6ACC13E4-8703-4B4B-AA24-C1B917D959DA}" dt="2021-05-06T00:10:27.317" v="689" actId="26606"/>
          <ac:picMkLst>
            <pc:docMk/>
            <pc:sldMk cId="3343177660" sldId="257"/>
            <ac:picMk id="22" creationId="{3AA16612-ACD2-4A16-8F2B-4514FD6BF28F}"/>
          </ac:picMkLst>
        </pc:picChg>
        <pc:picChg chg="add del mod">
          <ac:chgData name="Thien Truong" userId="3ee5793a3bd81d5d" providerId="LiveId" clId="{6ACC13E4-8703-4B4B-AA24-C1B917D959DA}" dt="2021-05-06T00:13:06.017" v="695" actId="21"/>
          <ac:picMkLst>
            <pc:docMk/>
            <pc:sldMk cId="3343177660" sldId="257"/>
            <ac:picMk id="1026" creationId="{C4486A04-5800-41BE-93B2-A319696E1435}"/>
          </ac:picMkLst>
        </pc:picChg>
      </pc:sldChg>
      <pc:sldChg chg="addSp delSp modSp new del mod setBg">
        <pc:chgData name="Thien Truong" userId="3ee5793a3bd81d5d" providerId="LiveId" clId="{6ACC13E4-8703-4B4B-AA24-C1B917D959DA}" dt="2021-05-06T00:18:59.995" v="741" actId="47"/>
        <pc:sldMkLst>
          <pc:docMk/>
          <pc:sldMk cId="3442977631" sldId="258"/>
        </pc:sldMkLst>
        <pc:spChg chg="mod">
          <ac:chgData name="Thien Truong" userId="3ee5793a3bd81d5d" providerId="LiveId" clId="{6ACC13E4-8703-4B4B-AA24-C1B917D959DA}" dt="2021-05-05T17:26:48.785" v="205" actId="26606"/>
          <ac:spMkLst>
            <pc:docMk/>
            <pc:sldMk cId="3442977631" sldId="258"/>
            <ac:spMk id="2" creationId="{C63915CB-6B52-404F-A60F-A5F056A3E6B8}"/>
          </ac:spMkLst>
        </pc:spChg>
        <pc:spChg chg="del">
          <ac:chgData name="Thien Truong" userId="3ee5793a3bd81d5d" providerId="LiveId" clId="{6ACC13E4-8703-4B4B-AA24-C1B917D959DA}" dt="2021-05-05T17:26:11.164" v="204"/>
          <ac:spMkLst>
            <pc:docMk/>
            <pc:sldMk cId="3442977631" sldId="258"/>
            <ac:spMk id="3" creationId="{08C85D77-0E5B-4281-9F3D-CE0BF80AC0A4}"/>
          </ac:spMkLst>
        </pc:spChg>
        <pc:spChg chg="add">
          <ac:chgData name="Thien Truong" userId="3ee5793a3bd81d5d" providerId="LiveId" clId="{6ACC13E4-8703-4B4B-AA24-C1B917D959DA}" dt="2021-05-05T17:26:48.785" v="205" actId="26606"/>
          <ac:spMkLst>
            <pc:docMk/>
            <pc:sldMk cId="3442977631" sldId="258"/>
            <ac:spMk id="73" creationId="{2B566528-1B12-4246-9431-5C2D7D081168}"/>
          </ac:spMkLst>
        </pc:spChg>
        <pc:spChg chg="add mod">
          <ac:chgData name="Thien Truong" userId="3ee5793a3bd81d5d" providerId="LiveId" clId="{6ACC13E4-8703-4B4B-AA24-C1B917D959DA}" dt="2021-05-05T18:02:43.841" v="481" actId="20577"/>
          <ac:spMkLst>
            <pc:docMk/>
            <pc:sldMk cId="3442977631" sldId="258"/>
            <ac:spMk id="1030" creationId="{1D891CCB-7ED9-4DFA-9AC4-61501B00ABDC}"/>
          </ac:spMkLst>
        </pc:spChg>
        <pc:grpChg chg="add">
          <ac:chgData name="Thien Truong" userId="3ee5793a3bd81d5d" providerId="LiveId" clId="{6ACC13E4-8703-4B4B-AA24-C1B917D959DA}" dt="2021-05-05T17:26:48.785" v="205" actId="26606"/>
          <ac:grpSpMkLst>
            <pc:docMk/>
            <pc:sldMk cId="3442977631" sldId="258"/>
            <ac:grpSpMk id="75" creationId="{828A5161-06F1-46CF-8AD7-844680A59E13}"/>
          </ac:grpSpMkLst>
        </pc:grpChg>
        <pc:grpChg chg="add">
          <ac:chgData name="Thien Truong" userId="3ee5793a3bd81d5d" providerId="LiveId" clId="{6ACC13E4-8703-4B4B-AA24-C1B917D959DA}" dt="2021-05-05T17:26:48.785" v="205" actId="26606"/>
          <ac:grpSpMkLst>
            <pc:docMk/>
            <pc:sldMk cId="3442977631" sldId="258"/>
            <ac:grpSpMk id="79" creationId="{5995D10D-E9C9-47DB-AE7E-801FEF38F5C9}"/>
          </ac:grpSpMkLst>
        </pc:grpChg>
        <pc:picChg chg="add mod">
          <ac:chgData name="Thien Truong" userId="3ee5793a3bd81d5d" providerId="LiveId" clId="{6ACC13E4-8703-4B4B-AA24-C1B917D959DA}" dt="2021-05-05T17:34:32.072" v="318" actId="1076"/>
          <ac:picMkLst>
            <pc:docMk/>
            <pc:sldMk cId="3442977631" sldId="258"/>
            <ac:picMk id="1026" creationId="{DFCAAF07-11FC-42EF-8CDA-24CF2B0387D2}"/>
          </ac:picMkLst>
        </pc:picChg>
      </pc:sldChg>
      <pc:sldChg chg="addSp delSp modSp new del mod setBg">
        <pc:chgData name="Thien Truong" userId="3ee5793a3bd81d5d" providerId="LiveId" clId="{6ACC13E4-8703-4B4B-AA24-C1B917D959DA}" dt="2021-05-06T00:19:08.208" v="742" actId="47"/>
        <pc:sldMkLst>
          <pc:docMk/>
          <pc:sldMk cId="2232943842" sldId="259"/>
        </pc:sldMkLst>
        <pc:spChg chg="mod">
          <ac:chgData name="Thien Truong" userId="3ee5793a3bd81d5d" providerId="LiveId" clId="{6ACC13E4-8703-4B4B-AA24-C1B917D959DA}" dt="2021-05-05T18:21:33.652" v="566" actId="26606"/>
          <ac:spMkLst>
            <pc:docMk/>
            <pc:sldMk cId="2232943842" sldId="259"/>
            <ac:spMk id="2" creationId="{441EABB6-E96D-4523-B553-EC9574A436BD}"/>
          </ac:spMkLst>
        </pc:spChg>
        <pc:spChg chg="del">
          <ac:chgData name="Thien Truong" userId="3ee5793a3bd81d5d" providerId="LiveId" clId="{6ACC13E4-8703-4B4B-AA24-C1B917D959DA}" dt="2021-05-05T18:07:41.314" v="507"/>
          <ac:spMkLst>
            <pc:docMk/>
            <pc:sldMk cId="2232943842" sldId="259"/>
            <ac:spMk id="3" creationId="{4F8BD72F-A6E5-4FFB-8D94-570874E8CD04}"/>
          </ac:spMkLst>
        </pc:spChg>
        <pc:spChg chg="add del">
          <ac:chgData name="Thien Truong" userId="3ee5793a3bd81d5d" providerId="LiveId" clId="{6ACC13E4-8703-4B4B-AA24-C1B917D959DA}" dt="2021-05-05T18:21:29.462" v="565" actId="26606"/>
          <ac:spMkLst>
            <pc:docMk/>
            <pc:sldMk cId="2232943842" sldId="259"/>
            <ac:spMk id="73" creationId="{2B566528-1B12-4246-9431-5C2D7D081168}"/>
          </ac:spMkLst>
        </pc:spChg>
        <pc:spChg chg="add">
          <ac:chgData name="Thien Truong" userId="3ee5793a3bd81d5d" providerId="LiveId" clId="{6ACC13E4-8703-4B4B-AA24-C1B917D959DA}" dt="2021-05-05T18:21:33.652" v="566" actId="26606"/>
          <ac:spMkLst>
            <pc:docMk/>
            <pc:sldMk cId="2232943842" sldId="259"/>
            <ac:spMk id="85" creationId="{2B566528-1B12-4246-9431-5C2D7D081168}"/>
          </ac:spMkLst>
        </pc:spChg>
        <pc:spChg chg="add del">
          <ac:chgData name="Thien Truong" userId="3ee5793a3bd81d5d" providerId="LiveId" clId="{6ACC13E4-8703-4B4B-AA24-C1B917D959DA}" dt="2021-05-05T18:20:52.671" v="558" actId="26606"/>
          <ac:spMkLst>
            <pc:docMk/>
            <pc:sldMk cId="2232943842" sldId="259"/>
            <ac:spMk id="139" creationId="{2B566528-1B12-4246-9431-5C2D7D081168}"/>
          </ac:spMkLst>
        </pc:spChg>
        <pc:spChg chg="add mod ord">
          <ac:chgData name="Thien Truong" userId="3ee5793a3bd81d5d" providerId="LiveId" clId="{6ACC13E4-8703-4B4B-AA24-C1B917D959DA}" dt="2021-05-05T18:21:33.652" v="566" actId="26606"/>
          <ac:spMkLst>
            <pc:docMk/>
            <pc:sldMk cId="2232943842" sldId="259"/>
            <ac:spMk id="2054" creationId="{DD801C4B-868D-4DA0-8B2B-0A702CF23ADC}"/>
          </ac:spMkLst>
        </pc:spChg>
        <pc:spChg chg="add del">
          <ac:chgData name="Thien Truong" userId="3ee5793a3bd81d5d" providerId="LiveId" clId="{6ACC13E4-8703-4B4B-AA24-C1B917D959DA}" dt="2021-05-05T18:20:56.192" v="560" actId="26606"/>
          <ac:spMkLst>
            <pc:docMk/>
            <pc:sldMk cId="2232943842" sldId="259"/>
            <ac:spMk id="2056" creationId="{2B566528-1B12-4246-9431-5C2D7D081168}"/>
          </ac:spMkLst>
        </pc:spChg>
        <pc:spChg chg="add del">
          <ac:chgData name="Thien Truong" userId="3ee5793a3bd81d5d" providerId="LiveId" clId="{6ACC13E4-8703-4B4B-AA24-C1B917D959DA}" dt="2021-05-05T18:21:33.652" v="566" actId="26606"/>
          <ac:spMkLst>
            <pc:docMk/>
            <pc:sldMk cId="2232943842" sldId="259"/>
            <ac:spMk id="2064" creationId="{D19BB8BE-1351-4D9B-B761-F84A0B5B6519}"/>
          </ac:spMkLst>
        </pc:spChg>
        <pc:grpChg chg="add del">
          <ac:chgData name="Thien Truong" userId="3ee5793a3bd81d5d" providerId="LiveId" clId="{6ACC13E4-8703-4B4B-AA24-C1B917D959DA}" dt="2021-05-05T18:21:29.462" v="565" actId="26606"/>
          <ac:grpSpMkLst>
            <pc:docMk/>
            <pc:sldMk cId="2232943842" sldId="259"/>
            <ac:grpSpMk id="75" creationId="{828A5161-06F1-46CF-8AD7-844680A59E13}"/>
          </ac:grpSpMkLst>
        </pc:grpChg>
        <pc:grpChg chg="add del">
          <ac:chgData name="Thien Truong" userId="3ee5793a3bd81d5d" providerId="LiveId" clId="{6ACC13E4-8703-4B4B-AA24-C1B917D959DA}" dt="2021-05-05T18:21:29.462" v="565" actId="26606"/>
          <ac:grpSpMkLst>
            <pc:docMk/>
            <pc:sldMk cId="2232943842" sldId="259"/>
            <ac:grpSpMk id="79" creationId="{5995D10D-E9C9-47DB-AE7E-801FEF38F5C9}"/>
          </ac:grpSpMkLst>
        </pc:grpChg>
        <pc:grpChg chg="add">
          <ac:chgData name="Thien Truong" userId="3ee5793a3bd81d5d" providerId="LiveId" clId="{6ACC13E4-8703-4B4B-AA24-C1B917D959DA}" dt="2021-05-05T18:21:33.652" v="566" actId="26606"/>
          <ac:grpSpMkLst>
            <pc:docMk/>
            <pc:sldMk cId="2232943842" sldId="259"/>
            <ac:grpSpMk id="87" creationId="{828A5161-06F1-46CF-8AD7-844680A59E13}"/>
          </ac:grpSpMkLst>
        </pc:grpChg>
        <pc:grpChg chg="add">
          <ac:chgData name="Thien Truong" userId="3ee5793a3bd81d5d" providerId="LiveId" clId="{6ACC13E4-8703-4B4B-AA24-C1B917D959DA}" dt="2021-05-05T18:21:33.652" v="566" actId="26606"/>
          <ac:grpSpMkLst>
            <pc:docMk/>
            <pc:sldMk cId="2232943842" sldId="259"/>
            <ac:grpSpMk id="91" creationId="{5995D10D-E9C9-47DB-AE7E-801FEF38F5C9}"/>
          </ac:grpSpMkLst>
        </pc:grpChg>
        <pc:grpChg chg="add del">
          <ac:chgData name="Thien Truong" userId="3ee5793a3bd81d5d" providerId="LiveId" clId="{6ACC13E4-8703-4B4B-AA24-C1B917D959DA}" dt="2021-05-05T18:20:52.671" v="558" actId="26606"/>
          <ac:grpSpMkLst>
            <pc:docMk/>
            <pc:sldMk cId="2232943842" sldId="259"/>
            <ac:grpSpMk id="141" creationId="{828A5161-06F1-46CF-8AD7-844680A59E13}"/>
          </ac:grpSpMkLst>
        </pc:grpChg>
        <pc:grpChg chg="add del">
          <ac:chgData name="Thien Truong" userId="3ee5793a3bd81d5d" providerId="LiveId" clId="{6ACC13E4-8703-4B4B-AA24-C1B917D959DA}" dt="2021-05-05T18:20:52.671" v="558" actId="26606"/>
          <ac:grpSpMkLst>
            <pc:docMk/>
            <pc:sldMk cId="2232943842" sldId="259"/>
            <ac:grpSpMk id="145" creationId="{5995D10D-E9C9-47DB-AE7E-801FEF38F5C9}"/>
          </ac:grpSpMkLst>
        </pc:grpChg>
        <pc:grpChg chg="add del">
          <ac:chgData name="Thien Truong" userId="3ee5793a3bd81d5d" providerId="LiveId" clId="{6ACC13E4-8703-4B4B-AA24-C1B917D959DA}" dt="2021-05-05T18:20:56.192" v="560" actId="26606"/>
          <ac:grpSpMkLst>
            <pc:docMk/>
            <pc:sldMk cId="2232943842" sldId="259"/>
            <ac:grpSpMk id="2057" creationId="{287F69AB-2350-44E3-9076-00265B93F313}"/>
          </ac:grpSpMkLst>
        </pc:grpChg>
        <pc:grpChg chg="add del">
          <ac:chgData name="Thien Truong" userId="3ee5793a3bd81d5d" providerId="LiveId" clId="{6ACC13E4-8703-4B4B-AA24-C1B917D959DA}" dt="2021-05-05T18:20:56.192" v="560" actId="26606"/>
          <ac:grpSpMkLst>
            <pc:docMk/>
            <pc:sldMk cId="2232943842" sldId="259"/>
            <ac:grpSpMk id="2060" creationId="{3EA7D759-6BEF-4CBD-A325-BCFA77832B3F}"/>
          </ac:grpSpMkLst>
        </pc:grpChg>
        <pc:picChg chg="add mod">
          <ac:chgData name="Thien Truong" userId="3ee5793a3bd81d5d" providerId="LiveId" clId="{6ACC13E4-8703-4B4B-AA24-C1B917D959DA}" dt="2021-05-05T18:21:33.652" v="566" actId="26606"/>
          <ac:picMkLst>
            <pc:docMk/>
            <pc:sldMk cId="2232943842" sldId="259"/>
            <ac:picMk id="4" creationId="{83F1A67D-FD9C-4A0C-982E-0F325A28B935}"/>
          </ac:picMkLst>
        </pc:picChg>
        <pc:picChg chg="add del mod">
          <ac:chgData name="Thien Truong" userId="3ee5793a3bd81d5d" providerId="LiveId" clId="{6ACC13E4-8703-4B4B-AA24-C1B917D959DA}" dt="2021-05-05T18:20:26.660" v="554" actId="478"/>
          <ac:picMkLst>
            <pc:docMk/>
            <pc:sldMk cId="2232943842" sldId="259"/>
            <ac:picMk id="2050" creationId="{D1366AA6-C425-458E-9E4E-0115473EE4AC}"/>
          </ac:picMkLst>
        </pc:picChg>
        <pc:picChg chg="add del mod">
          <ac:chgData name="Thien Truong" userId="3ee5793a3bd81d5d" providerId="LiveId" clId="{6ACC13E4-8703-4B4B-AA24-C1B917D959DA}" dt="2021-05-05T18:20:25.347" v="553"/>
          <ac:picMkLst>
            <pc:docMk/>
            <pc:sldMk cId="2232943842" sldId="259"/>
            <ac:picMk id="2052" creationId="{6077C42C-009B-4849-8448-0E6CCBAFB3FD}"/>
          </ac:picMkLst>
        </pc:picChg>
      </pc:sldChg>
      <pc:sldChg chg="new del">
        <pc:chgData name="Thien Truong" userId="3ee5793a3bd81d5d" providerId="LiveId" clId="{6ACC13E4-8703-4B4B-AA24-C1B917D959DA}" dt="2021-05-05T18:29:25.886" v="569" actId="2696"/>
        <pc:sldMkLst>
          <pc:docMk/>
          <pc:sldMk cId="3154349030" sldId="260"/>
        </pc:sldMkLst>
      </pc:sldChg>
      <pc:sldChg chg="addSp delSp modSp add mod">
        <pc:chgData name="Thien Truong" userId="3ee5793a3bd81d5d" providerId="LiveId" clId="{6ACC13E4-8703-4B4B-AA24-C1B917D959DA}" dt="2021-05-05T18:33:45.411" v="595" actId="22"/>
        <pc:sldMkLst>
          <pc:docMk/>
          <pc:sldMk cId="1222381952" sldId="261"/>
        </pc:sldMkLst>
        <pc:spChg chg="mod">
          <ac:chgData name="Thien Truong" userId="3ee5793a3bd81d5d" providerId="LiveId" clId="{6ACC13E4-8703-4B4B-AA24-C1B917D959DA}" dt="2021-05-05T18:31:26.759" v="593" actId="20577"/>
          <ac:spMkLst>
            <pc:docMk/>
            <pc:sldMk cId="1222381952" sldId="261"/>
            <ac:spMk id="2" creationId="{57E09870-5D2D-421C-A12F-74500DB92A40}"/>
          </ac:spMkLst>
        </pc:spChg>
        <pc:spChg chg="add del">
          <ac:chgData name="Thien Truong" userId="3ee5793a3bd81d5d" providerId="LiveId" clId="{6ACC13E4-8703-4B4B-AA24-C1B917D959DA}" dt="2021-05-05T18:33:45.411" v="595" actId="22"/>
          <ac:spMkLst>
            <pc:docMk/>
            <pc:sldMk cId="1222381952" sldId="261"/>
            <ac:spMk id="4" creationId="{81D44EAF-7F99-464E-8861-4698E51D7E6E}"/>
          </ac:spMkLst>
        </pc:spChg>
      </pc:sldChg>
      <pc:sldChg chg="addSp delSp modSp new mod setBg">
        <pc:chgData name="Thien Truong" userId="3ee5793a3bd81d5d" providerId="LiveId" clId="{6ACC13E4-8703-4B4B-AA24-C1B917D959DA}" dt="2021-05-05T18:42:59.435" v="626" actId="20577"/>
        <pc:sldMkLst>
          <pc:docMk/>
          <pc:sldMk cId="2447439112" sldId="262"/>
        </pc:sldMkLst>
        <pc:spChg chg="mod">
          <ac:chgData name="Thien Truong" userId="3ee5793a3bd81d5d" providerId="LiveId" clId="{6ACC13E4-8703-4B4B-AA24-C1B917D959DA}" dt="2021-05-05T18:42:16.180" v="606" actId="26606"/>
          <ac:spMkLst>
            <pc:docMk/>
            <pc:sldMk cId="2447439112" sldId="262"/>
            <ac:spMk id="2" creationId="{4BBCD54A-5AE3-493B-8E8B-1C3F765D66DA}"/>
          </ac:spMkLst>
        </pc:spChg>
        <pc:spChg chg="del">
          <ac:chgData name="Thien Truong" userId="3ee5793a3bd81d5d" providerId="LiveId" clId="{6ACC13E4-8703-4B4B-AA24-C1B917D959DA}" dt="2021-05-05T18:40:52.420" v="601"/>
          <ac:spMkLst>
            <pc:docMk/>
            <pc:sldMk cId="2447439112" sldId="262"/>
            <ac:spMk id="3" creationId="{356ABED8-09AF-44C7-AAA1-557D32DFFBC5}"/>
          </ac:spMkLst>
        </pc:spChg>
        <pc:spChg chg="add del mod">
          <ac:chgData name="Thien Truong" userId="3ee5793a3bd81d5d" providerId="LiveId" clId="{6ACC13E4-8703-4B4B-AA24-C1B917D959DA}" dt="2021-05-05T18:42:59.435" v="626" actId="20577"/>
          <ac:spMkLst>
            <pc:docMk/>
            <pc:sldMk cId="2447439112" sldId="262"/>
            <ac:spMk id="8" creationId="{8A888592-E7BC-47C4-9B12-1E120500AD72}"/>
          </ac:spMkLst>
        </pc:spChg>
        <pc:spChg chg="add">
          <ac:chgData name="Thien Truong" userId="3ee5793a3bd81d5d" providerId="LiveId" clId="{6ACC13E4-8703-4B4B-AA24-C1B917D959DA}" dt="2021-05-05T18:42:16.180" v="606" actId="26606"/>
          <ac:spMkLst>
            <pc:docMk/>
            <pc:sldMk cId="2447439112" sldId="262"/>
            <ac:spMk id="11" creationId="{2B566528-1B12-4246-9431-5C2D7D081168}"/>
          </ac:spMkLst>
        </pc:spChg>
        <pc:grpChg chg="add">
          <ac:chgData name="Thien Truong" userId="3ee5793a3bd81d5d" providerId="LiveId" clId="{6ACC13E4-8703-4B4B-AA24-C1B917D959DA}" dt="2021-05-05T18:42:16.180" v="606" actId="26606"/>
          <ac:grpSpMkLst>
            <pc:docMk/>
            <pc:sldMk cId="2447439112" sldId="262"/>
            <ac:grpSpMk id="13" creationId="{828A5161-06F1-46CF-8AD7-844680A59E13}"/>
          </ac:grpSpMkLst>
        </pc:grpChg>
        <pc:grpChg chg="add">
          <ac:chgData name="Thien Truong" userId="3ee5793a3bd81d5d" providerId="LiveId" clId="{6ACC13E4-8703-4B4B-AA24-C1B917D959DA}" dt="2021-05-05T18:42:16.180" v="606" actId="26606"/>
          <ac:grpSpMkLst>
            <pc:docMk/>
            <pc:sldMk cId="2447439112" sldId="262"/>
            <ac:grpSpMk id="17" creationId="{5995D10D-E9C9-47DB-AE7E-801FEF38F5C9}"/>
          </ac:grpSpMkLst>
        </pc:grpChg>
        <pc:picChg chg="add mod">
          <ac:chgData name="Thien Truong" userId="3ee5793a3bd81d5d" providerId="LiveId" clId="{6ACC13E4-8703-4B4B-AA24-C1B917D959DA}" dt="2021-05-05T18:42:16.180" v="606" actId="26606"/>
          <ac:picMkLst>
            <pc:docMk/>
            <pc:sldMk cId="2447439112" sldId="262"/>
            <ac:picMk id="4" creationId="{1EDA647C-E6AB-4F43-8814-FA9B712FE24D}"/>
          </ac:picMkLst>
        </pc:picChg>
        <pc:picChg chg="add del mod">
          <ac:chgData name="Thien Truong" userId="3ee5793a3bd81d5d" providerId="LiveId" clId="{6ACC13E4-8703-4B4B-AA24-C1B917D959DA}" dt="2021-05-05T18:42:19.001" v="608"/>
          <ac:picMkLst>
            <pc:docMk/>
            <pc:sldMk cId="2447439112" sldId="262"/>
            <ac:picMk id="3074" creationId="{75A9C4B5-0E48-43F0-B933-DFEAF1C45ED5}"/>
          </ac:picMkLst>
        </pc:picChg>
      </pc:sldChg>
      <pc:sldChg chg="addSp delSp modSp new mod setBg">
        <pc:chgData name="Thien Truong" userId="3ee5793a3bd81d5d" providerId="LiveId" clId="{6ACC13E4-8703-4B4B-AA24-C1B917D959DA}" dt="2021-05-05T19:09:13.429" v="669" actId="20577"/>
        <pc:sldMkLst>
          <pc:docMk/>
          <pc:sldMk cId="2676628640" sldId="263"/>
        </pc:sldMkLst>
        <pc:spChg chg="mod">
          <ac:chgData name="Thien Truong" userId="3ee5793a3bd81d5d" providerId="LiveId" clId="{6ACC13E4-8703-4B4B-AA24-C1B917D959DA}" dt="2021-05-05T18:49:21.769" v="632" actId="26606"/>
          <ac:spMkLst>
            <pc:docMk/>
            <pc:sldMk cId="2676628640" sldId="263"/>
            <ac:spMk id="2" creationId="{A58323F3-CF4A-4A13-8D9D-42DD7E191C0D}"/>
          </ac:spMkLst>
        </pc:spChg>
        <pc:spChg chg="del">
          <ac:chgData name="Thien Truong" userId="3ee5793a3bd81d5d" providerId="LiveId" clId="{6ACC13E4-8703-4B4B-AA24-C1B917D959DA}" dt="2021-05-05T18:49:16.268" v="631"/>
          <ac:spMkLst>
            <pc:docMk/>
            <pc:sldMk cId="2676628640" sldId="263"/>
            <ac:spMk id="3" creationId="{B6828696-D721-4D8A-B0B6-E5FB11779F2E}"/>
          </ac:spMkLst>
        </pc:spChg>
        <pc:spChg chg="add mod">
          <ac:chgData name="Thien Truong" userId="3ee5793a3bd81d5d" providerId="LiveId" clId="{6ACC13E4-8703-4B4B-AA24-C1B917D959DA}" dt="2021-05-05T19:09:13.429" v="669" actId="20577"/>
          <ac:spMkLst>
            <pc:docMk/>
            <pc:sldMk cId="2676628640" sldId="263"/>
            <ac:spMk id="8" creationId="{4A951A6A-C1AA-4981-80C7-5D7B19953C3B}"/>
          </ac:spMkLst>
        </pc:spChg>
        <pc:spChg chg="add del">
          <ac:chgData name="Thien Truong" userId="3ee5793a3bd81d5d" providerId="LiveId" clId="{6ACC13E4-8703-4B4B-AA24-C1B917D959DA}" dt="2021-05-05T19:08:18.136" v="649" actId="26606"/>
          <ac:spMkLst>
            <pc:docMk/>
            <pc:sldMk cId="2676628640" sldId="263"/>
            <ac:spMk id="11" creationId="{2B566528-1B12-4246-9431-5C2D7D081168}"/>
          </ac:spMkLst>
        </pc:spChg>
        <pc:spChg chg="add">
          <ac:chgData name="Thien Truong" userId="3ee5793a3bd81d5d" providerId="LiveId" clId="{6ACC13E4-8703-4B4B-AA24-C1B917D959DA}" dt="2021-05-05T19:08:18.136" v="649" actId="26606"/>
          <ac:spMkLst>
            <pc:docMk/>
            <pc:sldMk cId="2676628640" sldId="263"/>
            <ac:spMk id="71" creationId="{2B566528-1B12-4246-9431-5C2D7D081168}"/>
          </ac:spMkLst>
        </pc:spChg>
        <pc:grpChg chg="add del">
          <ac:chgData name="Thien Truong" userId="3ee5793a3bd81d5d" providerId="LiveId" clId="{6ACC13E4-8703-4B4B-AA24-C1B917D959DA}" dt="2021-05-05T19:08:18.136" v="649" actId="26606"/>
          <ac:grpSpMkLst>
            <pc:docMk/>
            <pc:sldMk cId="2676628640" sldId="263"/>
            <ac:grpSpMk id="13" creationId="{828A5161-06F1-46CF-8AD7-844680A59E13}"/>
          </ac:grpSpMkLst>
        </pc:grpChg>
        <pc:grpChg chg="add del">
          <ac:chgData name="Thien Truong" userId="3ee5793a3bd81d5d" providerId="LiveId" clId="{6ACC13E4-8703-4B4B-AA24-C1B917D959DA}" dt="2021-05-05T19:08:18.136" v="649" actId="26606"/>
          <ac:grpSpMkLst>
            <pc:docMk/>
            <pc:sldMk cId="2676628640" sldId="263"/>
            <ac:grpSpMk id="17" creationId="{5995D10D-E9C9-47DB-AE7E-801FEF38F5C9}"/>
          </ac:grpSpMkLst>
        </pc:grpChg>
        <pc:grpChg chg="add">
          <ac:chgData name="Thien Truong" userId="3ee5793a3bd81d5d" providerId="LiveId" clId="{6ACC13E4-8703-4B4B-AA24-C1B917D959DA}" dt="2021-05-05T19:08:18.136" v="649" actId="26606"/>
          <ac:grpSpMkLst>
            <pc:docMk/>
            <pc:sldMk cId="2676628640" sldId="263"/>
            <ac:grpSpMk id="73" creationId="{828A5161-06F1-46CF-8AD7-844680A59E13}"/>
          </ac:grpSpMkLst>
        </pc:grpChg>
        <pc:grpChg chg="add">
          <ac:chgData name="Thien Truong" userId="3ee5793a3bd81d5d" providerId="LiveId" clId="{6ACC13E4-8703-4B4B-AA24-C1B917D959DA}" dt="2021-05-05T19:08:18.136" v="649" actId="26606"/>
          <ac:grpSpMkLst>
            <pc:docMk/>
            <pc:sldMk cId="2676628640" sldId="263"/>
            <ac:grpSpMk id="77" creationId="{5995D10D-E9C9-47DB-AE7E-801FEF38F5C9}"/>
          </ac:grpSpMkLst>
        </pc:grpChg>
        <pc:picChg chg="add del mod">
          <ac:chgData name="Thien Truong" userId="3ee5793a3bd81d5d" providerId="LiveId" clId="{6ACC13E4-8703-4B4B-AA24-C1B917D959DA}" dt="2021-05-05T19:08:14.235" v="646" actId="478"/>
          <ac:picMkLst>
            <pc:docMk/>
            <pc:sldMk cId="2676628640" sldId="263"/>
            <ac:picMk id="4" creationId="{D964B061-4F35-47E5-9638-3DBB7900DEF8}"/>
          </ac:picMkLst>
        </pc:picChg>
        <pc:picChg chg="add mod">
          <ac:chgData name="Thien Truong" userId="3ee5793a3bd81d5d" providerId="LiveId" clId="{6ACC13E4-8703-4B4B-AA24-C1B917D959DA}" dt="2021-05-05T19:08:18.136" v="649" actId="26606"/>
          <ac:picMkLst>
            <pc:docMk/>
            <pc:sldMk cId="2676628640" sldId="263"/>
            <ac:picMk id="4098" creationId="{D6B402A3-E12D-4407-9F13-F3A2BBE2B330}"/>
          </ac:picMkLst>
        </pc:picChg>
      </pc:sldChg>
      <pc:sldChg chg="addSp delSp modSp add mod ord setBg delDesignElem">
        <pc:chgData name="Thien Truong" userId="3ee5793a3bd81d5d" providerId="LiveId" clId="{6ACC13E4-8703-4B4B-AA24-C1B917D959DA}" dt="2021-05-06T00:54:36.069" v="2051" actId="5793"/>
        <pc:sldMkLst>
          <pc:docMk/>
          <pc:sldMk cId="3072600446" sldId="264"/>
        </pc:sldMkLst>
        <pc:spChg chg="mod">
          <ac:chgData name="Thien Truong" userId="3ee5793a3bd81d5d" providerId="LiveId" clId="{6ACC13E4-8703-4B4B-AA24-C1B917D959DA}" dt="2021-05-06T00:41:45.311" v="1522" actId="26606"/>
          <ac:spMkLst>
            <pc:docMk/>
            <pc:sldMk cId="3072600446" sldId="264"/>
            <ac:spMk id="2" creationId="{4BBCD54A-5AE3-493B-8E8B-1C3F765D66DA}"/>
          </ac:spMkLst>
        </pc:spChg>
        <pc:spChg chg="mod">
          <ac:chgData name="Thien Truong" userId="3ee5793a3bd81d5d" providerId="LiveId" clId="{6ACC13E4-8703-4B4B-AA24-C1B917D959DA}" dt="2021-05-06T00:54:36.069" v="2051" actId="5793"/>
          <ac:spMkLst>
            <pc:docMk/>
            <pc:sldMk cId="3072600446" sldId="264"/>
            <ac:spMk id="8" creationId="{8A888592-E7BC-47C4-9B12-1E120500AD72}"/>
          </ac:spMkLst>
        </pc:spChg>
        <pc:spChg chg="del">
          <ac:chgData name="Thien Truong" userId="3ee5793a3bd81d5d" providerId="LiveId" clId="{6ACC13E4-8703-4B4B-AA24-C1B917D959DA}" dt="2021-05-06T00:40:46.135" v="1466"/>
          <ac:spMkLst>
            <pc:docMk/>
            <pc:sldMk cId="3072600446" sldId="264"/>
            <ac:spMk id="11" creationId="{2B566528-1B12-4246-9431-5C2D7D081168}"/>
          </ac:spMkLst>
        </pc:spChg>
        <pc:grpChg chg="del">
          <ac:chgData name="Thien Truong" userId="3ee5793a3bd81d5d" providerId="LiveId" clId="{6ACC13E4-8703-4B4B-AA24-C1B917D959DA}" dt="2021-05-06T00:40:46.135" v="1466"/>
          <ac:grpSpMkLst>
            <pc:docMk/>
            <pc:sldMk cId="3072600446" sldId="264"/>
            <ac:grpSpMk id="13" creationId="{828A5161-06F1-46CF-8AD7-844680A59E13}"/>
          </ac:grpSpMkLst>
        </pc:grpChg>
        <pc:grpChg chg="del">
          <ac:chgData name="Thien Truong" userId="3ee5793a3bd81d5d" providerId="LiveId" clId="{6ACC13E4-8703-4B4B-AA24-C1B917D959DA}" dt="2021-05-06T00:40:46.135" v="1466"/>
          <ac:grpSpMkLst>
            <pc:docMk/>
            <pc:sldMk cId="3072600446" sldId="264"/>
            <ac:grpSpMk id="17" creationId="{5995D10D-E9C9-47DB-AE7E-801FEF38F5C9}"/>
          </ac:grpSpMkLst>
        </pc:grpChg>
        <pc:picChg chg="del">
          <ac:chgData name="Thien Truong" userId="3ee5793a3bd81d5d" providerId="LiveId" clId="{6ACC13E4-8703-4B4B-AA24-C1B917D959DA}" dt="2021-05-06T00:41:37.193" v="1520" actId="478"/>
          <ac:picMkLst>
            <pc:docMk/>
            <pc:sldMk cId="3072600446" sldId="264"/>
            <ac:picMk id="4" creationId="{1EDA647C-E6AB-4F43-8814-FA9B712FE24D}"/>
          </ac:picMkLst>
        </pc:picChg>
        <pc:picChg chg="add del">
          <ac:chgData name="Thien Truong" userId="3ee5793a3bd81d5d" providerId="LiveId" clId="{6ACC13E4-8703-4B4B-AA24-C1B917D959DA}" dt="2021-05-06T00:41:37.193" v="1520" actId="478"/>
          <ac:picMkLst>
            <pc:docMk/>
            <pc:sldMk cId="3072600446" sldId="264"/>
            <ac:picMk id="2050" creationId="{2ECAF917-76D5-4619-8356-754B9B200D2C}"/>
          </ac:picMkLst>
        </pc:picChg>
        <pc:picChg chg="add mod">
          <ac:chgData name="Thien Truong" userId="3ee5793a3bd81d5d" providerId="LiveId" clId="{6ACC13E4-8703-4B4B-AA24-C1B917D959DA}" dt="2021-05-06T00:41:45.311" v="1522" actId="26606"/>
          <ac:picMkLst>
            <pc:docMk/>
            <pc:sldMk cId="3072600446" sldId="264"/>
            <ac:picMk id="2052" creationId="{FFA774C3-F524-4974-8BEE-C0A3072AB2DA}"/>
          </ac:picMkLst>
        </pc:picChg>
        <pc:cxnChg chg="add">
          <ac:chgData name="Thien Truong" userId="3ee5793a3bd81d5d" providerId="LiveId" clId="{6ACC13E4-8703-4B4B-AA24-C1B917D959DA}" dt="2021-05-06T00:41:45.311" v="1522" actId="26606"/>
          <ac:cxnSpMkLst>
            <pc:docMk/>
            <pc:sldMk cId="3072600446" sldId="264"/>
            <ac:cxnSpMk id="73" creationId="{A7F400EE-A8A5-48AF-B4D6-291B52C6F0B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649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92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68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024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253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48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55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87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198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88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911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05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A8C94-9BC1-4A37-8A8D-EC7D086862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9980" y="4277356"/>
            <a:ext cx="9966960" cy="1560320"/>
          </a:xfrm>
        </p:spPr>
        <p:txBody>
          <a:bodyPr>
            <a:normAutofit/>
          </a:bodyPr>
          <a:lstStyle/>
          <a:p>
            <a:r>
              <a:rPr lang="en-US" sz="5800" dirty="0">
                <a:solidFill>
                  <a:srgbClr val="4F475F"/>
                </a:solidFill>
              </a:rPr>
              <a:t>Domain Driven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E1F140-FB83-4269-B07E-9D52F43B1B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530" y="5799489"/>
            <a:ext cx="8767860" cy="440822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4F475F"/>
                </a:solidFill>
              </a:rPr>
              <a:t>Tackling Complexity in the Heart of Software</a:t>
            </a:r>
          </a:p>
        </p:txBody>
      </p:sp>
      <p:pic>
        <p:nvPicPr>
          <p:cNvPr id="4" name="Picture 2" descr="Comparing Domain-Driven Design with Model-Driven Engineering">
            <a:extLst>
              <a:ext uri="{FF2B5EF4-FFF2-40B4-BE49-F238E27FC236}">
                <a16:creationId xmlns:a16="http://schemas.microsoft.com/office/drawing/2014/main" id="{3231B79D-06AD-488C-94E4-0090B40BBE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62" r="1" b="8305"/>
          <a:stretch/>
        </p:blipFill>
        <p:spPr bwMode="auto">
          <a:xfrm>
            <a:off x="243840" y="256540"/>
            <a:ext cx="11704320" cy="3764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2029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09870-5D2D-421C-A12F-74500DB9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Khó khăn gặp phải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64E7958-146C-4CD8-9373-0D623479B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Nghiệp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luôn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endParaRPr lang="en-US" dirty="0"/>
          </a:p>
          <a:p>
            <a:r>
              <a:rPr lang="en-US" dirty="0"/>
              <a:t>Logic </a:t>
            </a:r>
            <a:r>
              <a:rPr lang="en-US" dirty="0" err="1"/>
              <a:t>nghiệp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trung</a:t>
            </a:r>
            <a:endParaRPr lang="en-US" dirty="0"/>
          </a:p>
          <a:p>
            <a:r>
              <a:rPr lang="en-US" dirty="0" err="1"/>
              <a:t>Phụ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database</a:t>
            </a:r>
          </a:p>
          <a:p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quán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Domain Driven Design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177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CD54A-5AE3-493B-8E8B-1C3F765D6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en-US" dirty="0"/>
              <a:t>Domain Driven Design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A888592-E7BC-47C4-9B12-1E120500A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r>
              <a:rPr lang="en-US" sz="2000" dirty="0" err="1"/>
              <a:t>Phương</a:t>
            </a:r>
            <a:r>
              <a:rPr lang="en-US" sz="2000" dirty="0"/>
              <a:t> </a:t>
            </a:r>
            <a:r>
              <a:rPr lang="en-US" sz="2000" dirty="0" err="1"/>
              <a:t>pháp</a:t>
            </a:r>
            <a:r>
              <a:rPr lang="en-US" sz="2000" dirty="0"/>
              <a:t> </a:t>
            </a:r>
            <a:r>
              <a:rPr lang="en-US" sz="2000" dirty="0" err="1"/>
              <a:t>thiết</a:t>
            </a:r>
            <a:r>
              <a:rPr lang="en-US" sz="2000" dirty="0"/>
              <a:t> </a:t>
            </a:r>
            <a:r>
              <a:rPr lang="en-US" sz="2000" dirty="0" err="1"/>
              <a:t>kế</a:t>
            </a:r>
            <a:r>
              <a:rPr lang="en-US" sz="2000" dirty="0"/>
              <a:t> </a:t>
            </a:r>
            <a:r>
              <a:rPr lang="en-US" sz="2000" dirty="0" err="1"/>
              <a:t>phần</a:t>
            </a:r>
            <a:r>
              <a:rPr lang="en-US" sz="2000" dirty="0"/>
              <a:t> </a:t>
            </a:r>
            <a:r>
              <a:rPr lang="en-US" sz="2000" dirty="0" err="1"/>
              <a:t>mềm</a:t>
            </a:r>
            <a:r>
              <a:rPr lang="en-US" sz="2000" dirty="0"/>
              <a:t> </a:t>
            </a:r>
            <a:r>
              <a:rPr lang="en-US" sz="2000" dirty="0" err="1"/>
              <a:t>lấy</a:t>
            </a:r>
            <a:r>
              <a:rPr lang="en-US" sz="2000" dirty="0"/>
              <a:t> </a:t>
            </a:r>
            <a:r>
              <a:rPr lang="en-US" sz="2000" dirty="0" err="1"/>
              <a:t>nghiệp</a:t>
            </a:r>
            <a:r>
              <a:rPr lang="en-US" sz="2000" dirty="0"/>
              <a:t> </a:t>
            </a:r>
            <a:r>
              <a:rPr lang="en-US" sz="2000" dirty="0" err="1"/>
              <a:t>vụ</a:t>
            </a:r>
            <a:r>
              <a:rPr lang="en-US" sz="2000" dirty="0"/>
              <a:t> (domain) </a:t>
            </a:r>
            <a:r>
              <a:rPr lang="en-US" sz="2000" dirty="0" err="1"/>
              <a:t>làm</a:t>
            </a:r>
            <a:r>
              <a:rPr lang="en-US" sz="2000" dirty="0"/>
              <a:t> </a:t>
            </a:r>
            <a:r>
              <a:rPr lang="en-US" sz="2000" dirty="0" err="1"/>
              <a:t>trung</a:t>
            </a:r>
            <a:r>
              <a:rPr lang="en-US" sz="2000" dirty="0"/>
              <a:t> </a:t>
            </a:r>
            <a:r>
              <a:rPr lang="en-US" sz="2000" dirty="0" err="1"/>
              <a:t>tâm</a:t>
            </a:r>
            <a:endParaRPr lang="en-US" sz="2000" dirty="0"/>
          </a:p>
          <a:p>
            <a:r>
              <a:rPr lang="en-US" sz="2000" dirty="0" err="1"/>
              <a:t>Việc</a:t>
            </a:r>
            <a:r>
              <a:rPr lang="en-US" sz="2000" dirty="0"/>
              <a:t> </a:t>
            </a:r>
            <a:r>
              <a:rPr lang="en-US" sz="2000" dirty="0" err="1"/>
              <a:t>thiết</a:t>
            </a:r>
            <a:r>
              <a:rPr lang="en-US" sz="2000" dirty="0"/>
              <a:t> </a:t>
            </a:r>
            <a:r>
              <a:rPr lang="en-US" sz="2000" dirty="0" err="1"/>
              <a:t>kế</a:t>
            </a:r>
            <a:r>
              <a:rPr lang="en-US" sz="2000" dirty="0"/>
              <a:t> model </a:t>
            </a:r>
            <a:r>
              <a:rPr lang="en-US" sz="2000" dirty="0" err="1"/>
              <a:t>của</a:t>
            </a:r>
            <a:r>
              <a:rPr lang="en-US" sz="2000" dirty="0"/>
              <a:t> domain </a:t>
            </a:r>
            <a:r>
              <a:rPr lang="en-US" sz="2000" dirty="0" err="1"/>
              <a:t>là</a:t>
            </a:r>
            <a:r>
              <a:rPr lang="en-US" sz="2000" dirty="0"/>
              <a:t> </a:t>
            </a:r>
            <a:r>
              <a:rPr lang="en-US" sz="2000" dirty="0" err="1"/>
              <a:t>quan</a:t>
            </a:r>
            <a:r>
              <a:rPr lang="en-US" sz="2000" dirty="0"/>
              <a:t> </a:t>
            </a:r>
            <a:r>
              <a:rPr lang="en-US" sz="2000" dirty="0" err="1" smtClean="0"/>
              <a:t>trọng</a:t>
            </a:r>
            <a:endParaRPr lang="en-US" sz="2000" dirty="0" smtClean="0"/>
          </a:p>
          <a:p>
            <a:r>
              <a:rPr lang="en-US" sz="2000" dirty="0" err="1" smtClean="0"/>
              <a:t>Không</a:t>
            </a:r>
            <a:r>
              <a:rPr lang="en-US" sz="2000" dirty="0" smtClean="0"/>
              <a:t> </a:t>
            </a:r>
            <a:r>
              <a:rPr lang="en-US" sz="2000" dirty="0" err="1" smtClean="0"/>
              <a:t>phù</a:t>
            </a:r>
            <a:r>
              <a:rPr lang="en-US" sz="2000" dirty="0" smtClean="0"/>
              <a:t> </a:t>
            </a:r>
            <a:r>
              <a:rPr lang="en-US" sz="2000" dirty="0" err="1" smtClean="0"/>
              <a:t>hợp</a:t>
            </a:r>
            <a:r>
              <a:rPr lang="en-US" sz="2000" dirty="0" smtClean="0"/>
              <a:t> </a:t>
            </a:r>
            <a:r>
              <a:rPr lang="en-US" sz="2000" dirty="0" err="1" smtClean="0"/>
              <a:t>cho</a:t>
            </a:r>
            <a:r>
              <a:rPr lang="en-US" sz="2000" dirty="0" smtClean="0"/>
              <a:t> </a:t>
            </a:r>
            <a:r>
              <a:rPr lang="en-US" sz="2000" dirty="0" err="1" smtClean="0"/>
              <a:t>dự</a:t>
            </a:r>
            <a:r>
              <a:rPr lang="en-US" sz="2000" dirty="0" smtClean="0"/>
              <a:t> </a:t>
            </a:r>
            <a:r>
              <a:rPr lang="en-US" sz="2000" dirty="0" err="1" smtClean="0"/>
              <a:t>án</a:t>
            </a:r>
            <a:r>
              <a:rPr lang="en-US" sz="2000" dirty="0" smtClean="0"/>
              <a:t> </a:t>
            </a:r>
            <a:r>
              <a:rPr lang="en-US" sz="2000" dirty="0" err="1" smtClean="0"/>
              <a:t>nhỏ</a:t>
            </a:r>
            <a:r>
              <a:rPr lang="en-US" sz="2000" dirty="0" smtClean="0"/>
              <a:t> 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72600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Strategic Design </a:t>
            </a:r>
            <a:endParaRPr lang="en-US" dirty="0"/>
          </a:p>
        </p:txBody>
      </p:sp>
      <p:pic>
        <p:nvPicPr>
          <p:cNvPr id="6150" name="Picture 6" descr="Building Blocks of DDD | Domain driven design, Software design, Design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7"/>
          <a:stretch/>
        </p:blipFill>
        <p:spPr bwMode="auto">
          <a:xfrm>
            <a:off x="3351443" y="1930399"/>
            <a:ext cx="5489113" cy="4043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4491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CD54A-5AE3-493B-8E8B-1C3F765D6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lang="en-US" sz="3600" dirty="0"/>
              <a:t>Ubiquitous Language - </a:t>
            </a:r>
            <a:r>
              <a:rPr lang="en-US" sz="3600" dirty="0" err="1"/>
              <a:t>Ngôn</a:t>
            </a:r>
            <a:r>
              <a:rPr lang="en-US" sz="3600" dirty="0"/>
              <a:t> </a:t>
            </a:r>
            <a:r>
              <a:rPr lang="en-US" sz="3600" dirty="0" err="1"/>
              <a:t>ngữ</a:t>
            </a:r>
            <a:r>
              <a:rPr lang="en-US" sz="3600" dirty="0"/>
              <a:t> </a:t>
            </a:r>
            <a:r>
              <a:rPr lang="en-US" sz="3600" dirty="0" err="1"/>
              <a:t>chung</a:t>
            </a:r>
            <a:endParaRPr lang="en-US" sz="36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A888592-E7BC-47C4-9B12-1E120500A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9" y="1782981"/>
            <a:ext cx="4008384" cy="4393982"/>
          </a:xfrm>
        </p:spPr>
        <p:txBody>
          <a:bodyPr>
            <a:normAutofit/>
          </a:bodyPr>
          <a:lstStyle/>
          <a:p>
            <a:r>
              <a:rPr lang="vi-VN" sz="2000" dirty="0">
                <a:latin typeface="Calibri" panose="020F0502020204030204" pitchFamily="34" charset="0"/>
                <a:cs typeface="Calibri" panose="020F0502020204030204" pitchFamily="34" charset="0"/>
              </a:rPr>
              <a:t>Ngôn ngữ được sử dụng trong cả kĩ thuật lẫn trong nghiệp vụ</a:t>
            </a:r>
          </a:p>
          <a:p>
            <a:r>
              <a:rPr lang="vi-VN" sz="2000" dirty="0">
                <a:latin typeface="Calibri" panose="020F0502020204030204" pitchFamily="34" charset="0"/>
                <a:cs typeface="Calibri" panose="020F0502020204030204" pitchFamily="34" charset="0"/>
              </a:rPr>
              <a:t>Được phản ánh trong code</a:t>
            </a:r>
          </a:p>
          <a:p>
            <a:r>
              <a:rPr lang="vi-VN" sz="2000" dirty="0">
                <a:latin typeface="Calibri" panose="020F0502020204030204" pitchFamily="34" charset="0"/>
                <a:cs typeface="Calibri" panose="020F0502020204030204" pitchFamily="34" charset="0"/>
              </a:rPr>
              <a:t>Được phản ánh trong tất cả tính năng của hệ thống</a:t>
            </a:r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052" name="Picture 4" descr="Strategic Domain Driven Design with Context Mapp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3675" y="1457471"/>
            <a:ext cx="4257675" cy="429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743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23F3-CF4A-4A13-8D9D-42DD7E191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lang="en-US" sz="3600" dirty="0"/>
              <a:t>Bounded Context - </a:t>
            </a:r>
            <a:r>
              <a:rPr lang="en-US" sz="3600" dirty="0" err="1"/>
              <a:t>N</a:t>
            </a:r>
            <a:r>
              <a:rPr lang="en-US" sz="3600" dirty="0" err="1" smtClean="0"/>
              <a:t>gữ</a:t>
            </a:r>
            <a:r>
              <a:rPr lang="en-US" sz="3600" dirty="0" smtClean="0"/>
              <a:t> </a:t>
            </a:r>
            <a:r>
              <a:rPr lang="en-US" sz="3600" dirty="0" err="1"/>
              <a:t>cảnh</a:t>
            </a:r>
            <a:r>
              <a:rPr lang="en-US" sz="3600" dirty="0"/>
              <a:t> </a:t>
            </a:r>
            <a:r>
              <a:rPr lang="en-US" sz="3600" dirty="0" err="1"/>
              <a:t>giới</a:t>
            </a:r>
            <a:r>
              <a:rPr lang="en-US" sz="3600" dirty="0"/>
              <a:t> </a:t>
            </a:r>
            <a:r>
              <a:rPr lang="en-US" sz="3600" dirty="0" err="1"/>
              <a:t>hạn</a:t>
            </a:r>
            <a:endParaRPr lang="en-US" sz="36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951A6A-C1AA-4981-80C7-5D7B19953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9" y="1782981"/>
            <a:ext cx="4008384" cy="4393982"/>
          </a:xfrm>
        </p:spPr>
        <p:txBody>
          <a:bodyPr>
            <a:normAutofit/>
          </a:bodyPr>
          <a:lstStyle/>
          <a:p>
            <a:r>
              <a:rPr lang="vi-VN" sz="2000" dirty="0">
                <a:latin typeface="Calibri" panose="020F0502020204030204" pitchFamily="34" charset="0"/>
                <a:cs typeface="Calibri" panose="020F0502020204030204" pitchFamily="34" charset="0"/>
              </a:rPr>
              <a:t>Domain độc lập</a:t>
            </a:r>
          </a:p>
          <a:p>
            <a:r>
              <a:rPr lang="vi-VN" sz="2000" dirty="0">
                <a:latin typeface="Calibri" panose="020F0502020204030204" pitchFamily="34" charset="0"/>
                <a:cs typeface="Calibri" panose="020F0502020204030204" pitchFamily="34" charset="0"/>
              </a:rPr>
              <a:t>Được kết nối với nhau thông qua Context Map</a:t>
            </a:r>
          </a:p>
          <a:p>
            <a:r>
              <a:rPr lang="vi-VN" sz="2000" dirty="0">
                <a:latin typeface="Calibri" panose="020F0502020204030204" pitchFamily="34" charset="0"/>
                <a:cs typeface="Calibri" panose="020F0502020204030204" pitchFamily="34" charset="0"/>
              </a:rPr>
              <a:t>Phù hợp để áp dụng cho microservice</a:t>
            </a:r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100" name="Picture 4" descr="Bounded Context Examp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57471"/>
            <a:ext cx="4610100" cy="2981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6628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83772" y="373489"/>
            <a:ext cx="1580369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smtClean="0"/>
              <a:t>Problem Space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8293100" y="373489"/>
            <a:ext cx="1564852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 smtClean="0"/>
              <a:t>Solution Space</a:t>
            </a:r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030013" y="863600"/>
            <a:ext cx="15187" cy="56515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6" name="Group 25"/>
          <p:cNvGrpSpPr/>
          <p:nvPr/>
        </p:nvGrpSpPr>
        <p:grpSpPr>
          <a:xfrm>
            <a:off x="179334" y="1175008"/>
            <a:ext cx="5589243" cy="1885434"/>
            <a:chOff x="232298" y="1498600"/>
            <a:chExt cx="5589243" cy="1885434"/>
          </a:xfrm>
        </p:grpSpPr>
        <p:sp>
          <p:nvSpPr>
            <p:cNvPr id="8" name="Rectangle 7"/>
            <p:cNvSpPr/>
            <p:nvPr/>
          </p:nvSpPr>
          <p:spPr>
            <a:xfrm>
              <a:off x="2163941" y="1498600"/>
              <a:ext cx="1600200" cy="7239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Domain</a:t>
              </a:r>
              <a:endParaRPr lang="en-US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63941" y="2660134"/>
              <a:ext cx="1600200" cy="7239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Subdomain</a:t>
              </a:r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221341" y="2660134"/>
              <a:ext cx="1600200" cy="7239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Subdomain</a:t>
              </a:r>
              <a:endParaRPr lang="en-US" dirty="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2298" y="2660134"/>
              <a:ext cx="1600200" cy="7239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Subdomain</a:t>
              </a:r>
              <a:endParaRPr lang="en-US" dirty="0"/>
            </a:p>
          </p:txBody>
        </p:sp>
        <p:cxnSp>
          <p:nvCxnSpPr>
            <p:cNvPr id="18" name="Straight Arrow Connector 17"/>
            <p:cNvCxnSpPr>
              <a:stCxn id="8" idx="2"/>
              <a:endCxn id="10" idx="0"/>
            </p:cNvCxnSpPr>
            <p:nvPr/>
          </p:nvCxnSpPr>
          <p:spPr>
            <a:xfrm>
              <a:off x="2964041" y="2222500"/>
              <a:ext cx="0" cy="4376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8" idx="1"/>
              <a:endCxn id="12" idx="0"/>
            </p:cNvCxnSpPr>
            <p:nvPr/>
          </p:nvCxnSpPr>
          <p:spPr>
            <a:xfrm flipH="1">
              <a:off x="1032398" y="1860550"/>
              <a:ext cx="1131543" cy="7995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8" idx="3"/>
              <a:endCxn id="11" idx="0"/>
            </p:cNvCxnSpPr>
            <p:nvPr/>
          </p:nvCxnSpPr>
          <p:spPr>
            <a:xfrm>
              <a:off x="3764141" y="1860550"/>
              <a:ext cx="1257300" cy="7995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Flowchart: Process 26"/>
          <p:cNvSpPr/>
          <p:nvPr/>
        </p:nvSpPr>
        <p:spPr>
          <a:xfrm>
            <a:off x="8121028" y="1168916"/>
            <a:ext cx="2006600" cy="5397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Domain Model</a:t>
            </a:r>
            <a:endParaRPr lang="en-US" dirty="0"/>
          </a:p>
        </p:txBody>
      </p:sp>
      <p:sp>
        <p:nvSpPr>
          <p:cNvPr id="33" name="Rectangle 32"/>
          <p:cNvSpPr/>
          <p:nvPr/>
        </p:nvSpPr>
        <p:spPr>
          <a:xfrm>
            <a:off x="6361456" y="2209800"/>
            <a:ext cx="5525744" cy="396771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lowchart: Process 28"/>
          <p:cNvSpPr/>
          <p:nvPr/>
        </p:nvSpPr>
        <p:spPr>
          <a:xfrm>
            <a:off x="6621641" y="2488684"/>
            <a:ext cx="2179128" cy="1486416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Bounded Context</a:t>
            </a:r>
          </a:p>
          <a:p>
            <a:pPr algn="ctr"/>
            <a:r>
              <a:rPr lang="en-US" dirty="0" smtClean="0">
                <a:solidFill>
                  <a:srgbClr val="FFFF00"/>
                </a:solidFill>
              </a:rPr>
              <a:t>Ubiquitous Language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30" name="Flowchart: Process 29"/>
          <p:cNvSpPr/>
          <p:nvPr/>
        </p:nvSpPr>
        <p:spPr>
          <a:xfrm>
            <a:off x="9377210" y="2488684"/>
            <a:ext cx="2179128" cy="1486416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Bounded Context</a:t>
            </a:r>
          </a:p>
          <a:p>
            <a:pPr algn="ctr"/>
            <a:r>
              <a:rPr lang="en-US" dirty="0" smtClean="0">
                <a:solidFill>
                  <a:srgbClr val="FFFF00"/>
                </a:solidFill>
              </a:rPr>
              <a:t>Ubiquitous Language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31" name="Flowchart: Process 30"/>
          <p:cNvSpPr/>
          <p:nvPr/>
        </p:nvSpPr>
        <p:spPr>
          <a:xfrm>
            <a:off x="9377210" y="4425434"/>
            <a:ext cx="2179128" cy="1486416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Bounded Context</a:t>
            </a:r>
          </a:p>
          <a:p>
            <a:pPr algn="ctr"/>
            <a:r>
              <a:rPr lang="en-US" dirty="0" smtClean="0">
                <a:solidFill>
                  <a:srgbClr val="FFFF00"/>
                </a:solidFill>
              </a:rPr>
              <a:t>Ubiquitous Language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32" name="Flowchart: Process 31"/>
          <p:cNvSpPr/>
          <p:nvPr/>
        </p:nvSpPr>
        <p:spPr>
          <a:xfrm>
            <a:off x="6621641" y="4425434"/>
            <a:ext cx="2179128" cy="1486416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Bounded Context</a:t>
            </a:r>
          </a:p>
          <a:p>
            <a:pPr algn="ctr"/>
            <a:r>
              <a:rPr lang="en-US" dirty="0" smtClean="0">
                <a:solidFill>
                  <a:srgbClr val="FFFF00"/>
                </a:solidFill>
              </a:rPr>
              <a:t>Ubiquitous Language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237249" y="6218019"/>
            <a:ext cx="5676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1"/>
                </a:solidFill>
              </a:rPr>
              <a:t>Context Map </a:t>
            </a:r>
            <a:r>
              <a:rPr lang="en-US" dirty="0" smtClean="0"/>
              <a:t>: </a:t>
            </a:r>
            <a:r>
              <a:rPr lang="en-US" dirty="0"/>
              <a:t> </a:t>
            </a:r>
            <a:r>
              <a:rPr lang="en-US" dirty="0" err="1"/>
              <a:t>B</a:t>
            </a:r>
            <a:r>
              <a:rPr lang="en-US" dirty="0" err="1" smtClean="0"/>
              <a:t>ản</a:t>
            </a:r>
            <a:r>
              <a:rPr lang="en-US" dirty="0" smtClean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 smtClean="0"/>
              <a:t>các</a:t>
            </a:r>
            <a:r>
              <a:rPr lang="en-US" dirty="0" smtClean="0"/>
              <a:t> </a:t>
            </a:r>
            <a:r>
              <a:rPr lang="en-US" dirty="0" err="1" smtClean="0"/>
              <a:t>quan</a:t>
            </a:r>
            <a:r>
              <a:rPr lang="en-US" dirty="0" smtClean="0"/>
              <a:t> </a:t>
            </a:r>
            <a:r>
              <a:rPr lang="en-US" dirty="0" err="1" smtClean="0"/>
              <a:t>hệ</a:t>
            </a:r>
            <a:r>
              <a:rPr lang="en-US" dirty="0" smtClean="0"/>
              <a:t> Bounded Context</a:t>
            </a:r>
            <a:endParaRPr lang="en-US" dirty="0"/>
          </a:p>
        </p:txBody>
      </p:sp>
      <p:cxnSp>
        <p:nvCxnSpPr>
          <p:cNvPr id="35" name="Straight Arrow Connector 34"/>
          <p:cNvCxnSpPr>
            <a:stCxn id="27" idx="2"/>
            <a:endCxn id="33" idx="0"/>
          </p:cNvCxnSpPr>
          <p:nvPr/>
        </p:nvCxnSpPr>
        <p:spPr>
          <a:xfrm>
            <a:off x="9124328" y="1708666"/>
            <a:ext cx="0" cy="5011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endCxn id="30" idx="1"/>
          </p:cNvCxnSpPr>
          <p:nvPr/>
        </p:nvCxnSpPr>
        <p:spPr>
          <a:xfrm>
            <a:off x="8800769" y="3231892"/>
            <a:ext cx="57644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8800769" y="3961497"/>
            <a:ext cx="576441" cy="4639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/>
          <p:cNvCxnSpPr>
            <a:endCxn id="31" idx="0"/>
          </p:cNvCxnSpPr>
          <p:nvPr/>
        </p:nvCxnSpPr>
        <p:spPr>
          <a:xfrm>
            <a:off x="10466773" y="3975100"/>
            <a:ext cx="1" cy="45033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endCxn id="32" idx="0"/>
          </p:cNvCxnSpPr>
          <p:nvPr/>
        </p:nvCxnSpPr>
        <p:spPr>
          <a:xfrm>
            <a:off x="7711205" y="3975100"/>
            <a:ext cx="0" cy="45033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6791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Tactical Design </a:t>
            </a:r>
            <a:endParaRPr lang="en-US" dirty="0"/>
          </a:p>
        </p:txBody>
      </p:sp>
      <p:pic>
        <p:nvPicPr>
          <p:cNvPr id="7170" name="Picture 2" descr="Domain driven design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6104" y="1825625"/>
            <a:ext cx="6039791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44967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Rich model vs anemic model</a:t>
            </a:r>
            <a:endParaRPr lang="en-US" dirty="0"/>
          </a:p>
        </p:txBody>
      </p:sp>
      <p:pic>
        <p:nvPicPr>
          <p:cNvPr id="8196" name="Picture 4" descr="Rich model vs anemic model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9211" y="1571625"/>
            <a:ext cx="7193577" cy="5083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7140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CD54A-5AE3-493B-8E8B-1C3F765D6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lang="en-US" sz="3600" dirty="0" smtClean="0"/>
              <a:t>Entity – </a:t>
            </a:r>
            <a:r>
              <a:rPr lang="en-US" sz="3600" dirty="0" err="1" smtClean="0"/>
              <a:t>Thực</a:t>
            </a:r>
            <a:r>
              <a:rPr lang="en-US" sz="3600" dirty="0" smtClean="0"/>
              <a:t> </a:t>
            </a:r>
            <a:r>
              <a:rPr lang="en-US" sz="3600" dirty="0" err="1" smtClean="0"/>
              <a:t>thể</a:t>
            </a:r>
            <a:endParaRPr lang="en-US" sz="36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A888592-E7BC-47C4-9B12-1E120500A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9" y="1782981"/>
            <a:ext cx="4008384" cy="4393982"/>
          </a:xfrm>
        </p:spPr>
        <p:txBody>
          <a:bodyPr>
            <a:normAutofit/>
          </a:bodyPr>
          <a:lstStyle/>
          <a:p>
            <a:r>
              <a:rPr lang="vi-VN" sz="2000" dirty="0">
                <a:latin typeface="Calibri" panose="020F0502020204030204" pitchFamily="34" charset="0"/>
                <a:cs typeface="Calibri" panose="020F0502020204030204" pitchFamily="34" charset="0"/>
              </a:rPr>
              <a:t>Ngôn ngữ được sử dụng trong cả kĩ thuật lẫn trong nghiệp vụ</a:t>
            </a:r>
          </a:p>
          <a:p>
            <a:r>
              <a:rPr lang="vi-VN" sz="2000" dirty="0">
                <a:latin typeface="Calibri" panose="020F0502020204030204" pitchFamily="34" charset="0"/>
                <a:cs typeface="Calibri" panose="020F0502020204030204" pitchFamily="34" charset="0"/>
              </a:rPr>
              <a:t>Được phản ánh trong code</a:t>
            </a:r>
          </a:p>
          <a:p>
            <a:r>
              <a:rPr lang="vi-VN" sz="2000" dirty="0">
                <a:latin typeface="Calibri" panose="020F0502020204030204" pitchFamily="34" charset="0"/>
                <a:cs typeface="Calibri" panose="020F0502020204030204" pitchFamily="34" charset="0"/>
              </a:rPr>
              <a:t>Được phản ánh trong tất cả tính năng của hệ thống</a:t>
            </a:r>
            <a:endParaRPr 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052" name="Picture 4" descr="Strategic Domain Driven Design with Context Mapp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3675" y="1457471"/>
            <a:ext cx="4257675" cy="429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4404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Mối</a:t>
            </a:r>
            <a:r>
              <a:rPr lang="en-US" dirty="0" smtClean="0"/>
              <a:t> </a:t>
            </a:r>
            <a:r>
              <a:rPr lang="en-US" dirty="0" err="1" smtClean="0"/>
              <a:t>tương</a:t>
            </a:r>
            <a:r>
              <a:rPr lang="en-US" dirty="0" smtClean="0"/>
              <a:t> </a:t>
            </a:r>
            <a:r>
              <a:rPr lang="en-US" dirty="0" err="1" smtClean="0"/>
              <a:t>quan</a:t>
            </a:r>
            <a:endParaRPr lang="en-US" dirty="0"/>
          </a:p>
        </p:txBody>
      </p:sp>
      <p:grpSp>
        <p:nvGrpSpPr>
          <p:cNvPr id="15" name="Group 14"/>
          <p:cNvGrpSpPr/>
          <p:nvPr/>
        </p:nvGrpSpPr>
        <p:grpSpPr>
          <a:xfrm>
            <a:off x="3676650" y="1690688"/>
            <a:ext cx="4838700" cy="4851401"/>
            <a:chOff x="2654300" y="901700"/>
            <a:chExt cx="5181600" cy="5143501"/>
          </a:xfrm>
        </p:grpSpPr>
        <p:sp>
          <p:nvSpPr>
            <p:cNvPr id="16" name="Rectangle 15"/>
            <p:cNvSpPr/>
            <p:nvPr/>
          </p:nvSpPr>
          <p:spPr>
            <a:xfrm>
              <a:off x="3886200" y="901700"/>
              <a:ext cx="3949700" cy="533400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Strategic Design</a:t>
              </a:r>
              <a:endParaRPr lang="en-US" dirty="0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886200" y="1562100"/>
              <a:ext cx="1828800" cy="406400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Kém</a:t>
              </a:r>
              <a:r>
                <a:rPr lang="en-US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</a:t>
              </a:r>
              <a:r>
                <a:rPr lang="en-US" dirty="0" err="1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hiệu</a:t>
              </a:r>
              <a:r>
                <a:rPr lang="en-US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</a:t>
              </a:r>
              <a:r>
                <a:rPr lang="en-US" dirty="0" err="1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quả</a:t>
              </a:r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969000" y="1562100"/>
              <a:ext cx="1866900" cy="406400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Hiệu</a:t>
              </a:r>
              <a:r>
                <a:rPr lang="en-US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</a:t>
              </a:r>
              <a:r>
                <a:rPr lang="en-US" dirty="0" err="1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quả</a:t>
              </a:r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886200" y="2095500"/>
              <a:ext cx="1828800" cy="182880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 err="1" smtClean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Chết</a:t>
              </a:r>
              <a:r>
                <a:rPr lang="en-US" sz="2400" b="1" dirty="0" smtClean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</a:t>
              </a:r>
              <a:r>
                <a:rPr lang="en-US" sz="2400" b="1" dirty="0" err="1" smtClean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sớm</a:t>
              </a:r>
              <a:endPara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007100" y="2095500"/>
              <a:ext cx="1828800" cy="182880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 smtClean="0"/>
                <a:t>Phát</a:t>
              </a:r>
              <a:r>
                <a:rPr lang="en-US" sz="2400" dirty="0" smtClean="0"/>
                <a:t> </a:t>
              </a:r>
              <a:r>
                <a:rPr lang="en-US" sz="2400" dirty="0" err="1" smtClean="0"/>
                <a:t>triển</a:t>
              </a:r>
              <a:endParaRPr lang="en-US" sz="2400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07100" y="4191000"/>
              <a:ext cx="18288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 smtClean="0"/>
                <a:t>Sống</a:t>
              </a:r>
              <a:r>
                <a:rPr lang="en-US" sz="2400" dirty="0" smtClean="0"/>
                <a:t> </a:t>
              </a:r>
              <a:r>
                <a:rPr lang="en-US" sz="2400" dirty="0" err="1" smtClean="0"/>
                <a:t>tạm</a:t>
              </a:r>
              <a:endParaRPr lang="en-US" sz="2400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886200" y="4191000"/>
              <a:ext cx="1828800" cy="18288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 smtClean="0"/>
                <a:t>Chết</a:t>
              </a:r>
              <a:r>
                <a:rPr lang="en-US" sz="2400" dirty="0" smtClean="0"/>
                <a:t> </a:t>
              </a:r>
              <a:r>
                <a:rPr lang="en-US" sz="2400" dirty="0" err="1" smtClean="0"/>
                <a:t>từ</a:t>
              </a:r>
              <a:r>
                <a:rPr lang="en-US" sz="2400" dirty="0" smtClean="0"/>
                <a:t> </a:t>
              </a:r>
              <a:r>
                <a:rPr lang="en-US" sz="2400" dirty="0" err="1" smtClean="0"/>
                <a:t>từ</a:t>
              </a:r>
              <a:endParaRPr lang="en-US" sz="2400" dirty="0"/>
            </a:p>
          </p:txBody>
        </p:sp>
        <p:sp>
          <p:nvSpPr>
            <p:cNvPr id="23" name="Rectangle 22"/>
            <p:cNvSpPr/>
            <p:nvPr/>
          </p:nvSpPr>
          <p:spPr>
            <a:xfrm rot="16200000" flipH="1">
              <a:off x="946150" y="3803651"/>
              <a:ext cx="3949700" cy="533399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Tactical </a:t>
              </a:r>
              <a:r>
                <a:rPr lang="en-US" dirty="0" smtClean="0"/>
                <a:t>Design</a:t>
              </a:r>
              <a:endParaRPr lang="en-US" dirty="0"/>
            </a:p>
          </p:txBody>
        </p:sp>
        <p:sp>
          <p:nvSpPr>
            <p:cNvPr id="24" name="Rectangle 23"/>
            <p:cNvSpPr/>
            <p:nvPr/>
          </p:nvSpPr>
          <p:spPr>
            <a:xfrm rot="16200000" flipH="1">
              <a:off x="2622551" y="4927600"/>
              <a:ext cx="1828800" cy="406400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Kém</a:t>
              </a:r>
              <a:r>
                <a:rPr lang="en-US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</a:t>
              </a:r>
              <a:r>
                <a:rPr lang="en-US" dirty="0" err="1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hiệu</a:t>
              </a:r>
              <a:r>
                <a:rPr lang="en-US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</a:t>
              </a:r>
              <a:r>
                <a:rPr lang="en-US" dirty="0" err="1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quả</a:t>
              </a:r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 rot="16200000" flipH="1">
              <a:off x="2603500" y="2825750"/>
              <a:ext cx="1866900" cy="406400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Hiệu</a:t>
              </a:r>
              <a:r>
                <a:rPr lang="en-US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</a:t>
              </a:r>
              <a:r>
                <a:rPr lang="en-US" dirty="0" err="1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quả</a:t>
              </a:r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25014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742</TotalTime>
  <Words>236</Words>
  <Application>Microsoft Office PowerPoint</Application>
  <PresentationFormat>Widescreen</PresentationFormat>
  <Paragraphs>54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Domain Driven Design</vt:lpstr>
      <vt:lpstr>Khó khăn gặp phải</vt:lpstr>
      <vt:lpstr>Domain Driven Design là gì</vt:lpstr>
      <vt:lpstr>Strategic Design </vt:lpstr>
      <vt:lpstr>Ubiquitous Language - Ngôn ngữ chung</vt:lpstr>
      <vt:lpstr>Bounded Context - Ngữ cảnh giới hạn</vt:lpstr>
      <vt:lpstr>PowerPoint Presentation</vt:lpstr>
      <vt:lpstr>Tactical Design </vt:lpstr>
      <vt:lpstr>Rich model vs anemic model</vt:lpstr>
      <vt:lpstr>Entity – Thực thể</vt:lpstr>
      <vt:lpstr>Mối tương quan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Domain Driven Design</dc:title>
  <dc:creator>Thien Truong</dc:creator>
  <cp:lastModifiedBy>AEGONA</cp:lastModifiedBy>
  <cp:revision>21</cp:revision>
  <dcterms:created xsi:type="dcterms:W3CDTF">2021-05-05T17:09:56Z</dcterms:created>
  <dcterms:modified xsi:type="dcterms:W3CDTF">2021-05-06T10:57:51Z</dcterms:modified>
</cp:coreProperties>
</file>