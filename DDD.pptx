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CC13E4-8703-4B4B-AA24-C1B917D959DA}" v="23" dt="2021-05-05T19:08:17.1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en Truong" userId="3ee5793a3bd81d5d" providerId="LiveId" clId="{6ACC13E4-8703-4B4B-AA24-C1B917D959DA}"/>
    <pc:docChg chg="undo redo custSel addSld delSld modSld">
      <pc:chgData name="Thien Truong" userId="3ee5793a3bd81d5d" providerId="LiveId" clId="{6ACC13E4-8703-4B4B-AA24-C1B917D959DA}" dt="2021-05-05T19:09:13.429" v="669" actId="20577"/>
      <pc:docMkLst>
        <pc:docMk/>
      </pc:docMkLst>
      <pc:sldChg chg="modSp new mod">
        <pc:chgData name="Thien Truong" userId="3ee5793a3bd81d5d" providerId="LiveId" clId="{6ACC13E4-8703-4B4B-AA24-C1B917D959DA}" dt="2021-05-05T17:19:31.291" v="82" actId="20577"/>
        <pc:sldMkLst>
          <pc:docMk/>
          <pc:sldMk cId="2192029461" sldId="256"/>
        </pc:sldMkLst>
        <pc:spChg chg="mod">
          <ac:chgData name="Thien Truong" userId="3ee5793a3bd81d5d" providerId="LiveId" clId="{6ACC13E4-8703-4B4B-AA24-C1B917D959DA}" dt="2021-05-05T17:10:08.815" v="24" actId="20577"/>
          <ac:spMkLst>
            <pc:docMk/>
            <pc:sldMk cId="2192029461" sldId="256"/>
            <ac:spMk id="2" creationId="{DD8A8C94-9BC1-4A37-8A8D-EC7D0868623B}"/>
          </ac:spMkLst>
        </pc:spChg>
        <pc:spChg chg="mod">
          <ac:chgData name="Thien Truong" userId="3ee5793a3bd81d5d" providerId="LiveId" clId="{6ACC13E4-8703-4B4B-AA24-C1B917D959DA}" dt="2021-05-05T17:19:31.291" v="82" actId="20577"/>
          <ac:spMkLst>
            <pc:docMk/>
            <pc:sldMk cId="2192029461" sldId="256"/>
            <ac:spMk id="3" creationId="{08E1F140-FB83-4269-B07E-9D52F43B1B91}"/>
          </ac:spMkLst>
        </pc:spChg>
      </pc:sldChg>
      <pc:sldChg chg="delSp modSp new mod">
        <pc:chgData name="Thien Truong" userId="3ee5793a3bd81d5d" providerId="LiveId" clId="{6ACC13E4-8703-4B4B-AA24-C1B917D959DA}" dt="2021-05-05T17:23:36.009" v="172" actId="20577"/>
        <pc:sldMkLst>
          <pc:docMk/>
          <pc:sldMk cId="3343177660" sldId="257"/>
        </pc:sldMkLst>
        <pc:spChg chg="mod">
          <ac:chgData name="Thien Truong" userId="3ee5793a3bd81d5d" providerId="LiveId" clId="{6ACC13E4-8703-4B4B-AA24-C1B917D959DA}" dt="2021-05-05T17:23:36.009" v="172" actId="20577"/>
          <ac:spMkLst>
            <pc:docMk/>
            <pc:sldMk cId="3343177660" sldId="257"/>
            <ac:spMk id="2" creationId="{57E09870-5D2D-421C-A12F-74500DB92A40}"/>
          </ac:spMkLst>
        </pc:spChg>
        <pc:spChg chg="del">
          <ac:chgData name="Thien Truong" userId="3ee5793a3bd81d5d" providerId="LiveId" clId="{6ACC13E4-8703-4B4B-AA24-C1B917D959DA}" dt="2021-05-05T17:22:35.230" v="131" actId="478"/>
          <ac:spMkLst>
            <pc:docMk/>
            <pc:sldMk cId="3343177660" sldId="257"/>
            <ac:spMk id="3" creationId="{373EFF92-A874-4C52-A555-B82A773AD2E3}"/>
          </ac:spMkLst>
        </pc:spChg>
      </pc:sldChg>
      <pc:sldChg chg="addSp delSp modSp new mod setBg">
        <pc:chgData name="Thien Truong" userId="3ee5793a3bd81d5d" providerId="LiveId" clId="{6ACC13E4-8703-4B4B-AA24-C1B917D959DA}" dt="2021-05-05T18:02:43.841" v="481" actId="20577"/>
        <pc:sldMkLst>
          <pc:docMk/>
          <pc:sldMk cId="3442977631" sldId="258"/>
        </pc:sldMkLst>
        <pc:spChg chg="mod">
          <ac:chgData name="Thien Truong" userId="3ee5793a3bd81d5d" providerId="LiveId" clId="{6ACC13E4-8703-4B4B-AA24-C1B917D959DA}" dt="2021-05-05T17:26:48.785" v="205" actId="26606"/>
          <ac:spMkLst>
            <pc:docMk/>
            <pc:sldMk cId="3442977631" sldId="258"/>
            <ac:spMk id="2" creationId="{C63915CB-6B52-404F-A60F-A5F056A3E6B8}"/>
          </ac:spMkLst>
        </pc:spChg>
        <pc:spChg chg="del">
          <ac:chgData name="Thien Truong" userId="3ee5793a3bd81d5d" providerId="LiveId" clId="{6ACC13E4-8703-4B4B-AA24-C1B917D959DA}" dt="2021-05-05T17:26:11.164" v="204"/>
          <ac:spMkLst>
            <pc:docMk/>
            <pc:sldMk cId="3442977631" sldId="258"/>
            <ac:spMk id="3" creationId="{08C85D77-0E5B-4281-9F3D-CE0BF80AC0A4}"/>
          </ac:spMkLst>
        </pc:spChg>
        <pc:spChg chg="add">
          <ac:chgData name="Thien Truong" userId="3ee5793a3bd81d5d" providerId="LiveId" clId="{6ACC13E4-8703-4B4B-AA24-C1B917D959DA}" dt="2021-05-05T17:26:48.785" v="205" actId="26606"/>
          <ac:spMkLst>
            <pc:docMk/>
            <pc:sldMk cId="3442977631" sldId="258"/>
            <ac:spMk id="73" creationId="{2B566528-1B12-4246-9431-5C2D7D081168}"/>
          </ac:spMkLst>
        </pc:spChg>
        <pc:spChg chg="add mod">
          <ac:chgData name="Thien Truong" userId="3ee5793a3bd81d5d" providerId="LiveId" clId="{6ACC13E4-8703-4B4B-AA24-C1B917D959DA}" dt="2021-05-05T18:02:43.841" v="481" actId="20577"/>
          <ac:spMkLst>
            <pc:docMk/>
            <pc:sldMk cId="3442977631" sldId="258"/>
            <ac:spMk id="1030" creationId="{1D891CCB-7ED9-4DFA-9AC4-61501B00ABDC}"/>
          </ac:spMkLst>
        </pc:spChg>
        <pc:grpChg chg="add">
          <ac:chgData name="Thien Truong" userId="3ee5793a3bd81d5d" providerId="LiveId" clId="{6ACC13E4-8703-4B4B-AA24-C1B917D959DA}" dt="2021-05-05T17:26:48.785" v="205" actId="26606"/>
          <ac:grpSpMkLst>
            <pc:docMk/>
            <pc:sldMk cId="3442977631" sldId="258"/>
            <ac:grpSpMk id="75" creationId="{828A5161-06F1-46CF-8AD7-844680A59E13}"/>
          </ac:grpSpMkLst>
        </pc:grpChg>
        <pc:grpChg chg="add">
          <ac:chgData name="Thien Truong" userId="3ee5793a3bd81d5d" providerId="LiveId" clId="{6ACC13E4-8703-4B4B-AA24-C1B917D959DA}" dt="2021-05-05T17:26:48.785" v="205" actId="26606"/>
          <ac:grpSpMkLst>
            <pc:docMk/>
            <pc:sldMk cId="3442977631" sldId="258"/>
            <ac:grpSpMk id="79" creationId="{5995D10D-E9C9-47DB-AE7E-801FEF38F5C9}"/>
          </ac:grpSpMkLst>
        </pc:grpChg>
        <pc:picChg chg="add mod">
          <ac:chgData name="Thien Truong" userId="3ee5793a3bd81d5d" providerId="LiveId" clId="{6ACC13E4-8703-4B4B-AA24-C1B917D959DA}" dt="2021-05-05T17:34:32.072" v="318" actId="1076"/>
          <ac:picMkLst>
            <pc:docMk/>
            <pc:sldMk cId="3442977631" sldId="258"/>
            <ac:picMk id="1026" creationId="{DFCAAF07-11FC-42EF-8CDA-24CF2B0387D2}"/>
          </ac:picMkLst>
        </pc:picChg>
      </pc:sldChg>
      <pc:sldChg chg="addSp delSp modSp new mod setBg">
        <pc:chgData name="Thien Truong" userId="3ee5793a3bd81d5d" providerId="LiveId" clId="{6ACC13E4-8703-4B4B-AA24-C1B917D959DA}" dt="2021-05-05T18:21:33.652" v="566" actId="26606"/>
        <pc:sldMkLst>
          <pc:docMk/>
          <pc:sldMk cId="2232943842" sldId="259"/>
        </pc:sldMkLst>
        <pc:spChg chg="mod">
          <ac:chgData name="Thien Truong" userId="3ee5793a3bd81d5d" providerId="LiveId" clId="{6ACC13E4-8703-4B4B-AA24-C1B917D959DA}" dt="2021-05-05T18:21:33.652" v="566" actId="26606"/>
          <ac:spMkLst>
            <pc:docMk/>
            <pc:sldMk cId="2232943842" sldId="259"/>
            <ac:spMk id="2" creationId="{441EABB6-E96D-4523-B553-EC9574A436BD}"/>
          </ac:spMkLst>
        </pc:spChg>
        <pc:spChg chg="del">
          <ac:chgData name="Thien Truong" userId="3ee5793a3bd81d5d" providerId="LiveId" clId="{6ACC13E4-8703-4B4B-AA24-C1B917D959DA}" dt="2021-05-05T18:07:41.314" v="507"/>
          <ac:spMkLst>
            <pc:docMk/>
            <pc:sldMk cId="2232943842" sldId="259"/>
            <ac:spMk id="3" creationId="{4F8BD72F-A6E5-4FFB-8D94-570874E8CD04}"/>
          </ac:spMkLst>
        </pc:spChg>
        <pc:spChg chg="add del">
          <ac:chgData name="Thien Truong" userId="3ee5793a3bd81d5d" providerId="LiveId" clId="{6ACC13E4-8703-4B4B-AA24-C1B917D959DA}" dt="2021-05-05T18:21:29.462" v="565" actId="26606"/>
          <ac:spMkLst>
            <pc:docMk/>
            <pc:sldMk cId="2232943842" sldId="259"/>
            <ac:spMk id="73" creationId="{2B566528-1B12-4246-9431-5C2D7D081168}"/>
          </ac:spMkLst>
        </pc:spChg>
        <pc:spChg chg="add">
          <ac:chgData name="Thien Truong" userId="3ee5793a3bd81d5d" providerId="LiveId" clId="{6ACC13E4-8703-4B4B-AA24-C1B917D959DA}" dt="2021-05-05T18:21:33.652" v="566" actId="26606"/>
          <ac:spMkLst>
            <pc:docMk/>
            <pc:sldMk cId="2232943842" sldId="259"/>
            <ac:spMk id="85" creationId="{2B566528-1B12-4246-9431-5C2D7D081168}"/>
          </ac:spMkLst>
        </pc:spChg>
        <pc:spChg chg="add del">
          <ac:chgData name="Thien Truong" userId="3ee5793a3bd81d5d" providerId="LiveId" clId="{6ACC13E4-8703-4B4B-AA24-C1B917D959DA}" dt="2021-05-05T18:20:52.671" v="558" actId="26606"/>
          <ac:spMkLst>
            <pc:docMk/>
            <pc:sldMk cId="2232943842" sldId="259"/>
            <ac:spMk id="139" creationId="{2B566528-1B12-4246-9431-5C2D7D081168}"/>
          </ac:spMkLst>
        </pc:spChg>
        <pc:spChg chg="add mod ord">
          <ac:chgData name="Thien Truong" userId="3ee5793a3bd81d5d" providerId="LiveId" clId="{6ACC13E4-8703-4B4B-AA24-C1B917D959DA}" dt="2021-05-05T18:21:33.652" v="566" actId="26606"/>
          <ac:spMkLst>
            <pc:docMk/>
            <pc:sldMk cId="2232943842" sldId="259"/>
            <ac:spMk id="2054" creationId="{DD801C4B-868D-4DA0-8B2B-0A702CF23ADC}"/>
          </ac:spMkLst>
        </pc:spChg>
        <pc:spChg chg="add del">
          <ac:chgData name="Thien Truong" userId="3ee5793a3bd81d5d" providerId="LiveId" clId="{6ACC13E4-8703-4B4B-AA24-C1B917D959DA}" dt="2021-05-05T18:20:56.192" v="560" actId="26606"/>
          <ac:spMkLst>
            <pc:docMk/>
            <pc:sldMk cId="2232943842" sldId="259"/>
            <ac:spMk id="2056" creationId="{2B566528-1B12-4246-9431-5C2D7D081168}"/>
          </ac:spMkLst>
        </pc:spChg>
        <pc:spChg chg="add del">
          <ac:chgData name="Thien Truong" userId="3ee5793a3bd81d5d" providerId="LiveId" clId="{6ACC13E4-8703-4B4B-AA24-C1B917D959DA}" dt="2021-05-05T18:21:33.652" v="566" actId="26606"/>
          <ac:spMkLst>
            <pc:docMk/>
            <pc:sldMk cId="2232943842" sldId="259"/>
            <ac:spMk id="2064" creationId="{D19BB8BE-1351-4D9B-B761-F84A0B5B6519}"/>
          </ac:spMkLst>
        </pc:spChg>
        <pc:grpChg chg="add del">
          <ac:chgData name="Thien Truong" userId="3ee5793a3bd81d5d" providerId="LiveId" clId="{6ACC13E4-8703-4B4B-AA24-C1B917D959DA}" dt="2021-05-05T18:21:29.462" v="565" actId="26606"/>
          <ac:grpSpMkLst>
            <pc:docMk/>
            <pc:sldMk cId="2232943842" sldId="259"/>
            <ac:grpSpMk id="75" creationId="{828A5161-06F1-46CF-8AD7-844680A59E13}"/>
          </ac:grpSpMkLst>
        </pc:grpChg>
        <pc:grpChg chg="add del">
          <ac:chgData name="Thien Truong" userId="3ee5793a3bd81d5d" providerId="LiveId" clId="{6ACC13E4-8703-4B4B-AA24-C1B917D959DA}" dt="2021-05-05T18:21:29.462" v="565" actId="26606"/>
          <ac:grpSpMkLst>
            <pc:docMk/>
            <pc:sldMk cId="2232943842" sldId="259"/>
            <ac:grpSpMk id="79" creationId="{5995D10D-E9C9-47DB-AE7E-801FEF38F5C9}"/>
          </ac:grpSpMkLst>
        </pc:grpChg>
        <pc:grpChg chg="add">
          <ac:chgData name="Thien Truong" userId="3ee5793a3bd81d5d" providerId="LiveId" clId="{6ACC13E4-8703-4B4B-AA24-C1B917D959DA}" dt="2021-05-05T18:21:33.652" v="566" actId="26606"/>
          <ac:grpSpMkLst>
            <pc:docMk/>
            <pc:sldMk cId="2232943842" sldId="259"/>
            <ac:grpSpMk id="87" creationId="{828A5161-06F1-46CF-8AD7-844680A59E13}"/>
          </ac:grpSpMkLst>
        </pc:grpChg>
        <pc:grpChg chg="add">
          <ac:chgData name="Thien Truong" userId="3ee5793a3bd81d5d" providerId="LiveId" clId="{6ACC13E4-8703-4B4B-AA24-C1B917D959DA}" dt="2021-05-05T18:21:33.652" v="566" actId="26606"/>
          <ac:grpSpMkLst>
            <pc:docMk/>
            <pc:sldMk cId="2232943842" sldId="259"/>
            <ac:grpSpMk id="91" creationId="{5995D10D-E9C9-47DB-AE7E-801FEF38F5C9}"/>
          </ac:grpSpMkLst>
        </pc:grpChg>
        <pc:grpChg chg="add del">
          <ac:chgData name="Thien Truong" userId="3ee5793a3bd81d5d" providerId="LiveId" clId="{6ACC13E4-8703-4B4B-AA24-C1B917D959DA}" dt="2021-05-05T18:20:52.671" v="558" actId="26606"/>
          <ac:grpSpMkLst>
            <pc:docMk/>
            <pc:sldMk cId="2232943842" sldId="259"/>
            <ac:grpSpMk id="141" creationId="{828A5161-06F1-46CF-8AD7-844680A59E13}"/>
          </ac:grpSpMkLst>
        </pc:grpChg>
        <pc:grpChg chg="add del">
          <ac:chgData name="Thien Truong" userId="3ee5793a3bd81d5d" providerId="LiveId" clId="{6ACC13E4-8703-4B4B-AA24-C1B917D959DA}" dt="2021-05-05T18:20:52.671" v="558" actId="26606"/>
          <ac:grpSpMkLst>
            <pc:docMk/>
            <pc:sldMk cId="2232943842" sldId="259"/>
            <ac:grpSpMk id="145" creationId="{5995D10D-E9C9-47DB-AE7E-801FEF38F5C9}"/>
          </ac:grpSpMkLst>
        </pc:grpChg>
        <pc:grpChg chg="add del">
          <ac:chgData name="Thien Truong" userId="3ee5793a3bd81d5d" providerId="LiveId" clId="{6ACC13E4-8703-4B4B-AA24-C1B917D959DA}" dt="2021-05-05T18:20:56.192" v="560" actId="26606"/>
          <ac:grpSpMkLst>
            <pc:docMk/>
            <pc:sldMk cId="2232943842" sldId="259"/>
            <ac:grpSpMk id="2057" creationId="{287F69AB-2350-44E3-9076-00265B93F313}"/>
          </ac:grpSpMkLst>
        </pc:grpChg>
        <pc:grpChg chg="add del">
          <ac:chgData name="Thien Truong" userId="3ee5793a3bd81d5d" providerId="LiveId" clId="{6ACC13E4-8703-4B4B-AA24-C1B917D959DA}" dt="2021-05-05T18:20:56.192" v="560" actId="26606"/>
          <ac:grpSpMkLst>
            <pc:docMk/>
            <pc:sldMk cId="2232943842" sldId="259"/>
            <ac:grpSpMk id="2060" creationId="{3EA7D759-6BEF-4CBD-A325-BCFA77832B3F}"/>
          </ac:grpSpMkLst>
        </pc:grpChg>
        <pc:picChg chg="add mod">
          <ac:chgData name="Thien Truong" userId="3ee5793a3bd81d5d" providerId="LiveId" clId="{6ACC13E4-8703-4B4B-AA24-C1B917D959DA}" dt="2021-05-05T18:21:33.652" v="566" actId="26606"/>
          <ac:picMkLst>
            <pc:docMk/>
            <pc:sldMk cId="2232943842" sldId="259"/>
            <ac:picMk id="4" creationId="{83F1A67D-FD9C-4A0C-982E-0F325A28B935}"/>
          </ac:picMkLst>
        </pc:picChg>
        <pc:picChg chg="add del mod">
          <ac:chgData name="Thien Truong" userId="3ee5793a3bd81d5d" providerId="LiveId" clId="{6ACC13E4-8703-4B4B-AA24-C1B917D959DA}" dt="2021-05-05T18:20:26.660" v="554" actId="478"/>
          <ac:picMkLst>
            <pc:docMk/>
            <pc:sldMk cId="2232943842" sldId="259"/>
            <ac:picMk id="2050" creationId="{D1366AA6-C425-458E-9E4E-0115473EE4AC}"/>
          </ac:picMkLst>
        </pc:picChg>
        <pc:picChg chg="add del mod">
          <ac:chgData name="Thien Truong" userId="3ee5793a3bd81d5d" providerId="LiveId" clId="{6ACC13E4-8703-4B4B-AA24-C1B917D959DA}" dt="2021-05-05T18:20:25.347" v="553"/>
          <ac:picMkLst>
            <pc:docMk/>
            <pc:sldMk cId="2232943842" sldId="259"/>
            <ac:picMk id="2052" creationId="{6077C42C-009B-4849-8448-0E6CCBAFB3FD}"/>
          </ac:picMkLst>
        </pc:picChg>
      </pc:sldChg>
      <pc:sldChg chg="new del">
        <pc:chgData name="Thien Truong" userId="3ee5793a3bd81d5d" providerId="LiveId" clId="{6ACC13E4-8703-4B4B-AA24-C1B917D959DA}" dt="2021-05-05T18:29:25.886" v="569" actId="2696"/>
        <pc:sldMkLst>
          <pc:docMk/>
          <pc:sldMk cId="3154349030" sldId="260"/>
        </pc:sldMkLst>
      </pc:sldChg>
      <pc:sldChg chg="addSp delSp modSp add mod">
        <pc:chgData name="Thien Truong" userId="3ee5793a3bd81d5d" providerId="LiveId" clId="{6ACC13E4-8703-4B4B-AA24-C1B917D959DA}" dt="2021-05-05T18:33:45.411" v="595" actId="22"/>
        <pc:sldMkLst>
          <pc:docMk/>
          <pc:sldMk cId="1222381952" sldId="261"/>
        </pc:sldMkLst>
        <pc:spChg chg="mod">
          <ac:chgData name="Thien Truong" userId="3ee5793a3bd81d5d" providerId="LiveId" clId="{6ACC13E4-8703-4B4B-AA24-C1B917D959DA}" dt="2021-05-05T18:31:26.759" v="593" actId="20577"/>
          <ac:spMkLst>
            <pc:docMk/>
            <pc:sldMk cId="1222381952" sldId="261"/>
            <ac:spMk id="2" creationId="{57E09870-5D2D-421C-A12F-74500DB92A40}"/>
          </ac:spMkLst>
        </pc:spChg>
        <pc:spChg chg="add del">
          <ac:chgData name="Thien Truong" userId="3ee5793a3bd81d5d" providerId="LiveId" clId="{6ACC13E4-8703-4B4B-AA24-C1B917D959DA}" dt="2021-05-05T18:33:45.411" v="595" actId="22"/>
          <ac:spMkLst>
            <pc:docMk/>
            <pc:sldMk cId="1222381952" sldId="261"/>
            <ac:spMk id="4" creationId="{81D44EAF-7F99-464E-8861-4698E51D7E6E}"/>
          </ac:spMkLst>
        </pc:spChg>
      </pc:sldChg>
      <pc:sldChg chg="addSp delSp modSp new mod setBg">
        <pc:chgData name="Thien Truong" userId="3ee5793a3bd81d5d" providerId="LiveId" clId="{6ACC13E4-8703-4B4B-AA24-C1B917D959DA}" dt="2021-05-05T18:42:59.435" v="626" actId="20577"/>
        <pc:sldMkLst>
          <pc:docMk/>
          <pc:sldMk cId="2447439112" sldId="262"/>
        </pc:sldMkLst>
        <pc:spChg chg="mod">
          <ac:chgData name="Thien Truong" userId="3ee5793a3bd81d5d" providerId="LiveId" clId="{6ACC13E4-8703-4B4B-AA24-C1B917D959DA}" dt="2021-05-05T18:42:16.180" v="606" actId="26606"/>
          <ac:spMkLst>
            <pc:docMk/>
            <pc:sldMk cId="2447439112" sldId="262"/>
            <ac:spMk id="2" creationId="{4BBCD54A-5AE3-493B-8E8B-1C3F765D66DA}"/>
          </ac:spMkLst>
        </pc:spChg>
        <pc:spChg chg="del">
          <ac:chgData name="Thien Truong" userId="3ee5793a3bd81d5d" providerId="LiveId" clId="{6ACC13E4-8703-4B4B-AA24-C1B917D959DA}" dt="2021-05-05T18:40:52.420" v="601"/>
          <ac:spMkLst>
            <pc:docMk/>
            <pc:sldMk cId="2447439112" sldId="262"/>
            <ac:spMk id="3" creationId="{356ABED8-09AF-44C7-AAA1-557D32DFFBC5}"/>
          </ac:spMkLst>
        </pc:spChg>
        <pc:spChg chg="add del mod">
          <ac:chgData name="Thien Truong" userId="3ee5793a3bd81d5d" providerId="LiveId" clId="{6ACC13E4-8703-4B4B-AA24-C1B917D959DA}" dt="2021-05-05T18:42:59.435" v="626" actId="20577"/>
          <ac:spMkLst>
            <pc:docMk/>
            <pc:sldMk cId="2447439112" sldId="262"/>
            <ac:spMk id="8" creationId="{8A888592-E7BC-47C4-9B12-1E120500AD72}"/>
          </ac:spMkLst>
        </pc:spChg>
        <pc:spChg chg="add">
          <ac:chgData name="Thien Truong" userId="3ee5793a3bd81d5d" providerId="LiveId" clId="{6ACC13E4-8703-4B4B-AA24-C1B917D959DA}" dt="2021-05-05T18:42:16.180" v="606" actId="26606"/>
          <ac:spMkLst>
            <pc:docMk/>
            <pc:sldMk cId="2447439112" sldId="262"/>
            <ac:spMk id="11" creationId="{2B566528-1B12-4246-9431-5C2D7D081168}"/>
          </ac:spMkLst>
        </pc:spChg>
        <pc:grpChg chg="add">
          <ac:chgData name="Thien Truong" userId="3ee5793a3bd81d5d" providerId="LiveId" clId="{6ACC13E4-8703-4B4B-AA24-C1B917D959DA}" dt="2021-05-05T18:42:16.180" v="606" actId="26606"/>
          <ac:grpSpMkLst>
            <pc:docMk/>
            <pc:sldMk cId="2447439112" sldId="262"/>
            <ac:grpSpMk id="13" creationId="{828A5161-06F1-46CF-8AD7-844680A59E13}"/>
          </ac:grpSpMkLst>
        </pc:grpChg>
        <pc:grpChg chg="add">
          <ac:chgData name="Thien Truong" userId="3ee5793a3bd81d5d" providerId="LiveId" clId="{6ACC13E4-8703-4B4B-AA24-C1B917D959DA}" dt="2021-05-05T18:42:16.180" v="606" actId="26606"/>
          <ac:grpSpMkLst>
            <pc:docMk/>
            <pc:sldMk cId="2447439112" sldId="262"/>
            <ac:grpSpMk id="17" creationId="{5995D10D-E9C9-47DB-AE7E-801FEF38F5C9}"/>
          </ac:grpSpMkLst>
        </pc:grpChg>
        <pc:picChg chg="add mod">
          <ac:chgData name="Thien Truong" userId="3ee5793a3bd81d5d" providerId="LiveId" clId="{6ACC13E4-8703-4B4B-AA24-C1B917D959DA}" dt="2021-05-05T18:42:16.180" v="606" actId="26606"/>
          <ac:picMkLst>
            <pc:docMk/>
            <pc:sldMk cId="2447439112" sldId="262"/>
            <ac:picMk id="4" creationId="{1EDA647C-E6AB-4F43-8814-FA9B712FE24D}"/>
          </ac:picMkLst>
        </pc:picChg>
        <pc:picChg chg="add del mod">
          <ac:chgData name="Thien Truong" userId="3ee5793a3bd81d5d" providerId="LiveId" clId="{6ACC13E4-8703-4B4B-AA24-C1B917D959DA}" dt="2021-05-05T18:42:19.001" v="608"/>
          <ac:picMkLst>
            <pc:docMk/>
            <pc:sldMk cId="2447439112" sldId="262"/>
            <ac:picMk id="3074" creationId="{75A9C4B5-0E48-43F0-B933-DFEAF1C45ED5}"/>
          </ac:picMkLst>
        </pc:picChg>
      </pc:sldChg>
      <pc:sldChg chg="addSp delSp modSp new mod setBg">
        <pc:chgData name="Thien Truong" userId="3ee5793a3bd81d5d" providerId="LiveId" clId="{6ACC13E4-8703-4B4B-AA24-C1B917D959DA}" dt="2021-05-05T19:09:13.429" v="669" actId="20577"/>
        <pc:sldMkLst>
          <pc:docMk/>
          <pc:sldMk cId="2676628640" sldId="263"/>
        </pc:sldMkLst>
        <pc:spChg chg="mod">
          <ac:chgData name="Thien Truong" userId="3ee5793a3bd81d5d" providerId="LiveId" clId="{6ACC13E4-8703-4B4B-AA24-C1B917D959DA}" dt="2021-05-05T18:49:21.769" v="632" actId="26606"/>
          <ac:spMkLst>
            <pc:docMk/>
            <pc:sldMk cId="2676628640" sldId="263"/>
            <ac:spMk id="2" creationId="{A58323F3-CF4A-4A13-8D9D-42DD7E191C0D}"/>
          </ac:spMkLst>
        </pc:spChg>
        <pc:spChg chg="del">
          <ac:chgData name="Thien Truong" userId="3ee5793a3bd81d5d" providerId="LiveId" clId="{6ACC13E4-8703-4B4B-AA24-C1B917D959DA}" dt="2021-05-05T18:49:16.268" v="631"/>
          <ac:spMkLst>
            <pc:docMk/>
            <pc:sldMk cId="2676628640" sldId="263"/>
            <ac:spMk id="3" creationId="{B6828696-D721-4D8A-B0B6-E5FB11779F2E}"/>
          </ac:spMkLst>
        </pc:spChg>
        <pc:spChg chg="add mod">
          <ac:chgData name="Thien Truong" userId="3ee5793a3bd81d5d" providerId="LiveId" clId="{6ACC13E4-8703-4B4B-AA24-C1B917D959DA}" dt="2021-05-05T19:09:13.429" v="669" actId="20577"/>
          <ac:spMkLst>
            <pc:docMk/>
            <pc:sldMk cId="2676628640" sldId="263"/>
            <ac:spMk id="8" creationId="{4A951A6A-C1AA-4981-80C7-5D7B19953C3B}"/>
          </ac:spMkLst>
        </pc:spChg>
        <pc:spChg chg="add del">
          <ac:chgData name="Thien Truong" userId="3ee5793a3bd81d5d" providerId="LiveId" clId="{6ACC13E4-8703-4B4B-AA24-C1B917D959DA}" dt="2021-05-05T19:08:18.136" v="649" actId="26606"/>
          <ac:spMkLst>
            <pc:docMk/>
            <pc:sldMk cId="2676628640" sldId="263"/>
            <ac:spMk id="11" creationId="{2B566528-1B12-4246-9431-5C2D7D081168}"/>
          </ac:spMkLst>
        </pc:spChg>
        <pc:spChg chg="add">
          <ac:chgData name="Thien Truong" userId="3ee5793a3bd81d5d" providerId="LiveId" clId="{6ACC13E4-8703-4B4B-AA24-C1B917D959DA}" dt="2021-05-05T19:08:18.136" v="649" actId="26606"/>
          <ac:spMkLst>
            <pc:docMk/>
            <pc:sldMk cId="2676628640" sldId="263"/>
            <ac:spMk id="71" creationId="{2B566528-1B12-4246-9431-5C2D7D081168}"/>
          </ac:spMkLst>
        </pc:spChg>
        <pc:grpChg chg="add del">
          <ac:chgData name="Thien Truong" userId="3ee5793a3bd81d5d" providerId="LiveId" clId="{6ACC13E4-8703-4B4B-AA24-C1B917D959DA}" dt="2021-05-05T19:08:18.136" v="649" actId="26606"/>
          <ac:grpSpMkLst>
            <pc:docMk/>
            <pc:sldMk cId="2676628640" sldId="263"/>
            <ac:grpSpMk id="13" creationId="{828A5161-06F1-46CF-8AD7-844680A59E13}"/>
          </ac:grpSpMkLst>
        </pc:grpChg>
        <pc:grpChg chg="add del">
          <ac:chgData name="Thien Truong" userId="3ee5793a3bd81d5d" providerId="LiveId" clId="{6ACC13E4-8703-4B4B-AA24-C1B917D959DA}" dt="2021-05-05T19:08:18.136" v="649" actId="26606"/>
          <ac:grpSpMkLst>
            <pc:docMk/>
            <pc:sldMk cId="2676628640" sldId="263"/>
            <ac:grpSpMk id="17" creationId="{5995D10D-E9C9-47DB-AE7E-801FEF38F5C9}"/>
          </ac:grpSpMkLst>
        </pc:grpChg>
        <pc:grpChg chg="add">
          <ac:chgData name="Thien Truong" userId="3ee5793a3bd81d5d" providerId="LiveId" clId="{6ACC13E4-8703-4B4B-AA24-C1B917D959DA}" dt="2021-05-05T19:08:18.136" v="649" actId="26606"/>
          <ac:grpSpMkLst>
            <pc:docMk/>
            <pc:sldMk cId="2676628640" sldId="263"/>
            <ac:grpSpMk id="73" creationId="{828A5161-06F1-46CF-8AD7-844680A59E13}"/>
          </ac:grpSpMkLst>
        </pc:grpChg>
        <pc:grpChg chg="add">
          <ac:chgData name="Thien Truong" userId="3ee5793a3bd81d5d" providerId="LiveId" clId="{6ACC13E4-8703-4B4B-AA24-C1B917D959DA}" dt="2021-05-05T19:08:18.136" v="649" actId="26606"/>
          <ac:grpSpMkLst>
            <pc:docMk/>
            <pc:sldMk cId="2676628640" sldId="263"/>
            <ac:grpSpMk id="77" creationId="{5995D10D-E9C9-47DB-AE7E-801FEF38F5C9}"/>
          </ac:grpSpMkLst>
        </pc:grpChg>
        <pc:picChg chg="add del mod">
          <ac:chgData name="Thien Truong" userId="3ee5793a3bd81d5d" providerId="LiveId" clId="{6ACC13E4-8703-4B4B-AA24-C1B917D959DA}" dt="2021-05-05T19:08:14.235" v="646" actId="478"/>
          <ac:picMkLst>
            <pc:docMk/>
            <pc:sldMk cId="2676628640" sldId="263"/>
            <ac:picMk id="4" creationId="{D964B061-4F35-47E5-9638-3DBB7900DEF8}"/>
          </ac:picMkLst>
        </pc:picChg>
        <pc:picChg chg="add mod">
          <ac:chgData name="Thien Truong" userId="3ee5793a3bd81d5d" providerId="LiveId" clId="{6ACC13E4-8703-4B4B-AA24-C1B917D959DA}" dt="2021-05-05T19:08:18.136" v="649" actId="26606"/>
          <ac:picMkLst>
            <pc:docMk/>
            <pc:sldMk cId="2676628640" sldId="263"/>
            <ac:picMk id="4098" creationId="{D6B402A3-E12D-4407-9F13-F3A2BBE2B33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D5121-B806-42E3-AB0B-0EE08A47D9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2480A4-413C-4B20-817D-84402F3DDD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2A6EF-A54C-4365-BE11-76ACB43FB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C2EFF-1ADD-45A0-AC57-3D955791AB01}" type="datetimeFigureOut">
              <a:rPr lang="en-US" smtClean="0"/>
              <a:t>5/6/2021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2F7AA-BF5D-4D25-A109-1F540DB5A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4EE95-990A-4F80-9801-02F31C2FC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8CB7D-7477-449B-9DF5-0528B1909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737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5C4E6-81FC-44A4-9F93-B12671A71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AC94B-1E3A-48CE-A77B-2AC9FA4AD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1B4B89-51DC-49E9-87F6-BD2AC97F7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C2EFF-1ADD-45A0-AC57-3D955791AB01}" type="datetimeFigureOut">
              <a:rPr lang="en-US" smtClean="0"/>
              <a:t>5/6/2021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D7DB2-CC2E-4074-86DB-CEDE0F54B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98A6B-CA10-4357-AD27-236746164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8CB7D-7477-449B-9DF5-0528B1909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187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D89E0-5F4B-45C2-8825-88CD6351D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7B6F6-3733-486A-8474-409C00F22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9A33F-5AF5-4CF5-886A-6F191F4F8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C2EFF-1ADD-45A0-AC57-3D955791AB01}" type="datetimeFigureOut">
              <a:rPr lang="en-US" smtClean="0"/>
              <a:t>5/6/2021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7521E-C2F4-4FBC-B310-E8D006550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2EE39-8988-4448-A25B-EC1ED9BF2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8CB7D-7477-449B-9DF5-0528B1909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070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7FC92-84C1-4655-B4A5-A383188D3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F1E21-7252-4735-968E-91950765CF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4D695D-B480-4276-9932-07EB199069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32B922-F659-464A-98FC-AEE414647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C2EFF-1ADD-45A0-AC57-3D955791AB01}" type="datetimeFigureOut">
              <a:rPr lang="en-US" smtClean="0"/>
              <a:t>5/6/2021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446C3-0D68-499A-AB75-5BE7259EA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FC5B87-6041-4219-AE3A-FFB4B9AC5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8CB7D-7477-449B-9DF5-0528B1909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626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A0FBB-DDAB-4F08-8393-8EB43874F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6A804-0A4F-4E9B-A055-97D6F53F7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90710-79A3-4E84-90F2-B1917891B9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A943D3-9566-4EB9-926D-6378A44368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93C72B-845D-4F46-AF6F-39B4D90EF3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BF22FE-A40A-468D-9CE3-12F4C2B52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C2EFF-1ADD-45A0-AC57-3D955791AB01}" type="datetimeFigureOut">
              <a:rPr lang="en-US" smtClean="0"/>
              <a:t>5/6/2021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768324-D939-423A-B12E-4B91DC9E3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8A2F85-691D-47D3-ABBF-E703315DC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8CB7D-7477-449B-9DF5-0528B1909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794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5BBE5-1DEE-4687-AADC-F2AA47CA8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C91C7D-60BB-41B5-8E39-98AA04D41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C2EFF-1ADD-45A0-AC57-3D955791AB01}" type="datetimeFigureOut">
              <a:rPr lang="en-US" smtClean="0"/>
              <a:t>5/6/2021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5D45E0-BED9-41F8-A37D-C6FC99FE1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D20C2-2025-4C29-A87F-44E994DEA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8CB7D-7477-449B-9DF5-0528B1909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001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6A847D-E176-4580-B3CA-91449AF92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C2EFF-1ADD-45A0-AC57-3D955791AB01}" type="datetimeFigureOut">
              <a:rPr lang="en-US" smtClean="0"/>
              <a:t>5/6/2021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ACB9F9-DAFA-4EF1-AB5E-34746BFA9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96F303-1AA7-4EA7-930C-33A90DA08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8CB7D-7477-449B-9DF5-0528B1909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64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2E375-D6BD-454A-A9F5-F92CD829B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C338-E90E-443B-8C2C-AF30F699F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787DB1-9FA9-4143-921C-D3AD95CCD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DB4DBE-CF99-476F-9E32-C834BA00D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C2EFF-1ADD-45A0-AC57-3D955791AB01}" type="datetimeFigureOut">
              <a:rPr lang="en-US" smtClean="0"/>
              <a:t>5/6/2021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0053A-FF9B-48E2-B5D2-70726F332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1C3DD7-5423-4E13-B3A4-93DC4009A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8CB7D-7477-449B-9DF5-0528B1909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746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73443-70D2-4A20-998B-36D7888B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4224B8-EBB0-4D2D-8FD6-58753572A9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7F4695-4B97-4D40-A379-959D470928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D305E-FE21-445E-831C-1D8B5C0B5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C2EFF-1ADD-45A0-AC57-3D955791AB01}" type="datetimeFigureOut">
              <a:rPr lang="en-US" smtClean="0"/>
              <a:t>5/6/2021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11A319-B6DF-4322-933D-AE85BD937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FF30A2-B1A6-43C4-ADE8-BA284CF0F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8CB7D-7477-449B-9DF5-0528B1909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81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707BA-5D1C-4702-A070-550EA95E0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136A91-179E-4EF7-AEBE-C11F08349F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EEC59-0F9B-47A7-87F0-F2F66DC00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C2EFF-1ADD-45A0-AC57-3D955791AB01}" type="datetimeFigureOut">
              <a:rPr lang="en-US" smtClean="0"/>
              <a:t>5/6/2021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BC0E1-91BB-451D-9AE1-5A8E3153E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34957-061E-4E83-9762-AD7B26FA3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8CB7D-7477-449B-9DF5-0528B1909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27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D0E938-F16C-444E-AE63-B1661E3256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CAEC9E-135C-45EB-949C-0B886F4B14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65381-9DAE-450D-A978-B40CDA8F6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C2EFF-1ADD-45A0-AC57-3D955791AB01}" type="datetimeFigureOut">
              <a:rPr lang="en-US" smtClean="0"/>
              <a:t>5/6/2021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BA7A9-8C7E-4A19-AB64-FA67F25AB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05E7C-EEB3-4343-8420-7F42D311B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8CB7D-7477-449B-9DF5-0528B1909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174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28C069-CF14-4DA7-A345-ADFB86A34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838197-87C2-4125-A3B0-E16F3B758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66114-0912-4B8D-99E0-4211FB5E6A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EC2EFF-1ADD-45A0-AC57-3D955791AB01}" type="datetimeFigureOut">
              <a:rPr lang="en-US" smtClean="0"/>
              <a:t>5/6/2021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F4A2F-132B-42FC-8F45-1FB04AB6AF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FAA4C-6516-43D1-8690-23526E1B3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8CB7D-7477-449B-9DF5-0528B1909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027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A8C94-9BC1-4A37-8A8D-EC7D086862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Domain Driven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E1F140-FB83-4269-B07E-9D52F43B1B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Tackling Complexity in the Heart of Software</a:t>
            </a:r>
          </a:p>
        </p:txBody>
      </p:sp>
    </p:spTree>
    <p:extLst>
      <p:ext uri="{BB962C8B-B14F-4D97-AF65-F5344CB8AC3E}">
        <p14:creationId xmlns:p14="http://schemas.microsoft.com/office/powerpoint/2010/main" val="2192029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09870-5D2D-421C-A12F-74500DB92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algn="ctr"/>
            <a:r>
              <a:rPr lang="en-US" b="1" dirty="0" err="1"/>
              <a:t>Tại</a:t>
            </a:r>
            <a:r>
              <a:rPr lang="en-US" b="1" dirty="0"/>
              <a:t> </a:t>
            </a:r>
            <a:r>
              <a:rPr lang="en-US" b="1" dirty="0" err="1"/>
              <a:t>sao</a:t>
            </a:r>
            <a:r>
              <a:rPr lang="en-US" b="1" dirty="0"/>
              <a:t> </a:t>
            </a:r>
            <a:r>
              <a:rPr lang="en-US" b="1" dirty="0" err="1"/>
              <a:t>lại</a:t>
            </a:r>
            <a:r>
              <a:rPr lang="en-US" b="1" dirty="0"/>
              <a:t> </a:t>
            </a:r>
            <a:r>
              <a:rPr lang="en-US" b="1" dirty="0" err="1"/>
              <a:t>cần</a:t>
            </a:r>
            <a:r>
              <a:rPr lang="en-US" b="1" dirty="0"/>
              <a:t> Domain Driven Design (DDD)</a:t>
            </a:r>
          </a:p>
        </p:txBody>
      </p:sp>
    </p:spTree>
    <p:extLst>
      <p:ext uri="{BB962C8B-B14F-4D97-AF65-F5344CB8AC3E}">
        <p14:creationId xmlns:p14="http://schemas.microsoft.com/office/powerpoint/2010/main" val="3343177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3915CB-6B52-404F-A60F-A5F056A3E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sz="3600" dirty="0"/>
              <a:t>Data Driven Design</a:t>
            </a:r>
          </a:p>
        </p:txBody>
      </p:sp>
      <p:sp>
        <p:nvSpPr>
          <p:cNvPr id="1030" name="Content Placeholder 1029">
            <a:extLst>
              <a:ext uri="{FF2B5EF4-FFF2-40B4-BE49-F238E27FC236}">
                <a16:creationId xmlns:a16="http://schemas.microsoft.com/office/drawing/2014/main" id="{1D891CCB-7ED9-4DFA-9AC4-61501B00A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9" y="1782981"/>
            <a:ext cx="4008384" cy="4393982"/>
          </a:xfrm>
        </p:spPr>
        <p:txBody>
          <a:bodyPr>
            <a:normAutofit/>
          </a:bodyPr>
          <a:lstStyle/>
          <a:p>
            <a:r>
              <a:rPr lang="en-US" sz="2000" dirty="0"/>
              <a:t>Plumbing code </a:t>
            </a:r>
          </a:p>
          <a:p>
            <a:r>
              <a:rPr lang="en-US" sz="2000" dirty="0"/>
              <a:t>Ball of mud</a:t>
            </a:r>
          </a:p>
          <a:p>
            <a:r>
              <a:rPr lang="en-US" sz="2000" dirty="0"/>
              <a:t>Technical Expert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76" name="Isosceles Triangle 75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26" name="Picture 2" descr="Three Tier (Three Layer) Architecture in Spring MVC Web Application">
            <a:extLst>
              <a:ext uri="{FF2B5EF4-FFF2-40B4-BE49-F238E27FC236}">
                <a16:creationId xmlns:a16="http://schemas.microsoft.com/office/drawing/2014/main" id="{DFCAAF07-11FC-42EF-8CDA-24CF2B0387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435"/>
          <a:stretch/>
        </p:blipFill>
        <p:spPr bwMode="auto">
          <a:xfrm>
            <a:off x="5295320" y="1779204"/>
            <a:ext cx="6253212" cy="2970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9" name="Group 78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Isosceles Triangle 80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42977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1EABB6-E96D-4523-B553-EC9574A43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sz="3600" dirty="0"/>
              <a:t>Domain Driven Design</a:t>
            </a:r>
          </a:p>
        </p:txBody>
      </p:sp>
      <p:sp>
        <p:nvSpPr>
          <p:cNvPr id="2054" name="Content Placeholder 2053">
            <a:extLst>
              <a:ext uri="{FF2B5EF4-FFF2-40B4-BE49-F238E27FC236}">
                <a16:creationId xmlns:a16="http://schemas.microsoft.com/office/drawing/2014/main" id="{DD801C4B-868D-4DA0-8B2B-0A702CF23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9" y="1782981"/>
            <a:ext cx="4008384" cy="4393982"/>
          </a:xfrm>
        </p:spPr>
        <p:txBody>
          <a:bodyPr>
            <a:normAutofit/>
          </a:bodyPr>
          <a:lstStyle/>
          <a:p>
            <a:r>
              <a:rPr lang="en-US" sz="2000" dirty="0"/>
              <a:t>Loosely Coupled</a:t>
            </a:r>
          </a:p>
          <a:p>
            <a:r>
              <a:rPr lang="en-US" sz="2000" dirty="0"/>
              <a:t>Domain Expert</a:t>
            </a: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88" name="Isosceles Triangle 87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6" descr="architect">
            <a:extLst>
              <a:ext uri="{FF2B5EF4-FFF2-40B4-BE49-F238E27FC236}">
                <a16:creationId xmlns:a16="http://schemas.microsoft.com/office/drawing/2014/main" id="{83F1A67D-FD9C-4A0C-982E-0F325A28B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95320" y="2267744"/>
            <a:ext cx="6253212" cy="3392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1" name="Group 90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Isosceles Triangle 92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32943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09870-5D2D-421C-A12F-74500DB92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algn="ctr"/>
            <a:r>
              <a:rPr lang="en-US" b="1" dirty="0"/>
              <a:t>Strategic Design </a:t>
            </a:r>
          </a:p>
        </p:txBody>
      </p:sp>
    </p:spTree>
    <p:extLst>
      <p:ext uri="{BB962C8B-B14F-4D97-AF65-F5344CB8AC3E}">
        <p14:creationId xmlns:p14="http://schemas.microsoft.com/office/powerpoint/2010/main" val="1222381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BCD54A-5AE3-493B-8E8B-1C3F765D6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sz="3600" dirty="0"/>
              <a:t>Ubiquitous Language - </a:t>
            </a:r>
            <a:r>
              <a:rPr lang="en-US" sz="3600" dirty="0" err="1"/>
              <a:t>Ngôn</a:t>
            </a:r>
            <a:r>
              <a:rPr lang="en-US" sz="3600" dirty="0"/>
              <a:t> </a:t>
            </a:r>
            <a:r>
              <a:rPr lang="en-US" sz="3600" dirty="0" err="1"/>
              <a:t>ngữ</a:t>
            </a:r>
            <a:r>
              <a:rPr lang="en-US" sz="3600" dirty="0"/>
              <a:t> </a:t>
            </a:r>
            <a:r>
              <a:rPr lang="en-US" sz="3600" dirty="0" err="1"/>
              <a:t>chung</a:t>
            </a:r>
            <a:endParaRPr lang="en-US" sz="36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A888592-E7BC-47C4-9B12-1E120500A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9" y="1782981"/>
            <a:ext cx="4008384" cy="4393982"/>
          </a:xfrm>
        </p:spPr>
        <p:txBody>
          <a:bodyPr>
            <a:normAutofit/>
          </a:bodyPr>
          <a:lstStyle/>
          <a:p>
            <a:r>
              <a:rPr lang="vi-VN" sz="2000" dirty="0"/>
              <a:t>Ngôn ngữ được sử dụng trong cả kĩ thuật lẫn trong nghiệp vụ</a:t>
            </a:r>
          </a:p>
          <a:p>
            <a:r>
              <a:rPr lang="vi-VN" sz="2000" dirty="0"/>
              <a:t>Được phản ánh trong code</a:t>
            </a:r>
          </a:p>
          <a:p>
            <a:r>
              <a:rPr lang="vi-VN" sz="2000" dirty="0"/>
              <a:t>Được phản ánh trong tất cả tính năng của hệ thống</a:t>
            </a:r>
            <a:endParaRPr lang="en-US" sz="20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EDA647C-E6AB-4F43-8814-FA9B712FE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998" y="1782981"/>
            <a:ext cx="5815856" cy="4361892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47439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8323F3-CF4A-4A13-8D9D-42DD7E191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sz="3600"/>
              <a:t>Bounded Context - ngữ cảnh giới hạn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A951A6A-C1AA-4981-80C7-5D7B19953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9" y="1782981"/>
            <a:ext cx="4008384" cy="4393982"/>
          </a:xfrm>
        </p:spPr>
        <p:txBody>
          <a:bodyPr>
            <a:normAutofit/>
          </a:bodyPr>
          <a:lstStyle/>
          <a:p>
            <a:r>
              <a:rPr lang="vi-VN" sz="2000" dirty="0"/>
              <a:t>Domain độc lập</a:t>
            </a:r>
          </a:p>
          <a:p>
            <a:r>
              <a:rPr lang="vi-VN" sz="2000" dirty="0"/>
              <a:t>Được kết nối với nhau thông qua Context Map</a:t>
            </a:r>
          </a:p>
          <a:p>
            <a:r>
              <a:rPr lang="vi-VN" sz="2000"/>
              <a:t>Phù </a:t>
            </a:r>
            <a:r>
              <a:rPr lang="vi-VN" sz="2000" dirty="0"/>
              <a:t>hợp để áp dụng cho microservice</a:t>
            </a:r>
            <a:endParaRPr lang="en-US" sz="2000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74" name="Isosceles Triangle 73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098" name="Picture 2">
            <a:extLst>
              <a:ext uri="{FF2B5EF4-FFF2-40B4-BE49-F238E27FC236}">
                <a16:creationId xmlns:a16="http://schemas.microsoft.com/office/drawing/2014/main" id="{D6B402A3-E12D-4407-9F13-F3A2BBE2B3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95320" y="2275560"/>
            <a:ext cx="6253212" cy="3376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7" name="Group 76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Isosceles Triangle 78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676628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100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Domain Driven Design</vt:lpstr>
      <vt:lpstr>Tại sao lại cần Domain Driven Design (DDD)</vt:lpstr>
      <vt:lpstr>Data Driven Design</vt:lpstr>
      <vt:lpstr>Domain Driven Design</vt:lpstr>
      <vt:lpstr>Strategic Design </vt:lpstr>
      <vt:lpstr>Ubiquitous Language - Ngôn ngữ chung</vt:lpstr>
      <vt:lpstr>Bounded Context - ngữ cảnh giới hạn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Domain Driven Design</dc:title>
  <dc:creator>Thien Truong</dc:creator>
  <cp:lastModifiedBy>Thien Truong</cp:lastModifiedBy>
  <cp:revision>1</cp:revision>
  <dcterms:created xsi:type="dcterms:W3CDTF">2021-05-05T17:09:56Z</dcterms:created>
  <dcterms:modified xsi:type="dcterms:W3CDTF">2021-05-05T19:09:33Z</dcterms:modified>
</cp:coreProperties>
</file>