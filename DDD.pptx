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4" r:id="rId4"/>
    <p:sldId id="261" r:id="rId5"/>
    <p:sldId id="262" r:id="rId6"/>
    <p:sldId id="263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CC13E4-8703-4B4B-AA24-C1B917D959DA}" v="33" dt="2021-05-06T00:41:38.20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946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hien Truong" userId="3ee5793a3bd81d5d" providerId="LiveId" clId="{6ACC13E4-8703-4B4B-AA24-C1B917D959DA}"/>
    <pc:docChg chg="undo redo custSel addSld delSld modSld sldOrd">
      <pc:chgData name="Thien Truong" userId="3ee5793a3bd81d5d" providerId="LiveId" clId="{6ACC13E4-8703-4B4B-AA24-C1B917D959DA}" dt="2021-05-06T00:54:36.069" v="2051" actId="5793"/>
      <pc:docMkLst>
        <pc:docMk/>
      </pc:docMkLst>
      <pc:sldChg chg="addSp modSp new mod setBg addAnim modAnim">
        <pc:chgData name="Thien Truong" userId="3ee5793a3bd81d5d" providerId="LiveId" clId="{6ACC13E4-8703-4B4B-AA24-C1B917D959DA}" dt="2021-05-06T00:13:41.367" v="701"/>
        <pc:sldMkLst>
          <pc:docMk/>
          <pc:sldMk cId="2192029461" sldId="256"/>
        </pc:sldMkLst>
        <pc:spChg chg="mod">
          <ac:chgData name="Thien Truong" userId="3ee5793a3bd81d5d" providerId="LiveId" clId="{6ACC13E4-8703-4B4B-AA24-C1B917D959DA}" dt="2021-05-06T00:13:16.025" v="697" actId="26606"/>
          <ac:spMkLst>
            <pc:docMk/>
            <pc:sldMk cId="2192029461" sldId="256"/>
            <ac:spMk id="2" creationId="{DD8A8C94-9BC1-4A37-8A8D-EC7D0868623B}"/>
          </ac:spMkLst>
        </pc:spChg>
        <pc:spChg chg="mod">
          <ac:chgData name="Thien Truong" userId="3ee5793a3bd81d5d" providerId="LiveId" clId="{6ACC13E4-8703-4B4B-AA24-C1B917D959DA}" dt="2021-05-06T00:13:16.025" v="697" actId="26606"/>
          <ac:spMkLst>
            <pc:docMk/>
            <pc:sldMk cId="2192029461" sldId="256"/>
            <ac:spMk id="3" creationId="{08E1F140-FB83-4269-B07E-9D52F43B1B91}"/>
          </ac:spMkLst>
        </pc:spChg>
        <pc:spChg chg="add">
          <ac:chgData name="Thien Truong" userId="3ee5793a3bd81d5d" providerId="LiveId" clId="{6ACC13E4-8703-4B4B-AA24-C1B917D959DA}" dt="2021-05-06T00:13:16.025" v="697" actId="26606"/>
          <ac:spMkLst>
            <pc:docMk/>
            <pc:sldMk cId="2192029461" sldId="256"/>
            <ac:spMk id="9" creationId="{74426AB7-D619-4515-962A-BC83909EC015}"/>
          </ac:spMkLst>
        </pc:spChg>
        <pc:spChg chg="add">
          <ac:chgData name="Thien Truong" userId="3ee5793a3bd81d5d" providerId="LiveId" clId="{6ACC13E4-8703-4B4B-AA24-C1B917D959DA}" dt="2021-05-06T00:13:16.025" v="697" actId="26606"/>
          <ac:spMkLst>
            <pc:docMk/>
            <pc:sldMk cId="2192029461" sldId="256"/>
            <ac:spMk id="11" creationId="{DE47DF98-723F-4AAC-ABCF-CACBC438F78F}"/>
          </ac:spMkLst>
        </pc:spChg>
        <pc:picChg chg="add mod">
          <ac:chgData name="Thien Truong" userId="3ee5793a3bd81d5d" providerId="LiveId" clId="{6ACC13E4-8703-4B4B-AA24-C1B917D959DA}" dt="2021-05-06T00:13:16.025" v="697" actId="26606"/>
          <ac:picMkLst>
            <pc:docMk/>
            <pc:sldMk cId="2192029461" sldId="256"/>
            <ac:picMk id="4" creationId="{3231B79D-06AD-488C-94E4-0090B40BBE8A}"/>
          </ac:picMkLst>
        </pc:picChg>
        <pc:cxnChg chg="add">
          <ac:chgData name="Thien Truong" userId="3ee5793a3bd81d5d" providerId="LiveId" clId="{6ACC13E4-8703-4B4B-AA24-C1B917D959DA}" dt="2021-05-06T00:13:16.025" v="697" actId="26606"/>
          <ac:cxnSpMkLst>
            <pc:docMk/>
            <pc:sldMk cId="2192029461" sldId="256"/>
            <ac:cxnSpMk id="13" creationId="{EA29FC7C-9308-4FDE-8DCA-405668055B0F}"/>
          </ac:cxnSpMkLst>
        </pc:cxnChg>
      </pc:sldChg>
      <pc:sldChg chg="addSp delSp modSp new mod setBg modClrScheme delDesignElem chgLayout">
        <pc:chgData name="Thien Truong" userId="3ee5793a3bd81d5d" providerId="LiveId" clId="{6ACC13E4-8703-4B4B-AA24-C1B917D959DA}" dt="2021-05-06T00:39:12.113" v="1464" actId="20577"/>
        <pc:sldMkLst>
          <pc:docMk/>
          <pc:sldMk cId="3343177660" sldId="257"/>
        </pc:sldMkLst>
        <pc:spChg chg="mod ord">
          <ac:chgData name="Thien Truong" userId="3ee5793a3bd81d5d" providerId="LiveId" clId="{6ACC13E4-8703-4B4B-AA24-C1B917D959DA}" dt="2021-05-06T00:33:38.252" v="1304" actId="26606"/>
          <ac:spMkLst>
            <pc:docMk/>
            <pc:sldMk cId="3343177660" sldId="257"/>
            <ac:spMk id="2" creationId="{57E09870-5D2D-421C-A12F-74500DB92A40}"/>
          </ac:spMkLst>
        </pc:spChg>
        <pc:spChg chg="del">
          <ac:chgData name="Thien Truong" userId="3ee5793a3bd81d5d" providerId="LiveId" clId="{6ACC13E4-8703-4B4B-AA24-C1B917D959DA}" dt="2021-05-05T17:22:35.230" v="131" actId="478"/>
          <ac:spMkLst>
            <pc:docMk/>
            <pc:sldMk cId="3343177660" sldId="257"/>
            <ac:spMk id="3" creationId="{373EFF92-A874-4C52-A555-B82A773AD2E3}"/>
          </ac:spMkLst>
        </pc:spChg>
        <pc:spChg chg="add del mod ord">
          <ac:chgData name="Thien Truong" userId="3ee5793a3bd81d5d" providerId="LiveId" clId="{6ACC13E4-8703-4B4B-AA24-C1B917D959DA}" dt="2021-05-06T00:09:59.219" v="685" actId="700"/>
          <ac:spMkLst>
            <pc:docMk/>
            <pc:sldMk cId="3343177660" sldId="257"/>
            <ac:spMk id="3" creationId="{4AE6252B-2D21-461B-9FE9-FDE101A7EE47}"/>
          </ac:spMkLst>
        </pc:spChg>
        <pc:spChg chg="add del mod ord">
          <ac:chgData name="Thien Truong" userId="3ee5793a3bd81d5d" providerId="LiveId" clId="{6ACC13E4-8703-4B4B-AA24-C1B917D959DA}" dt="2021-05-06T00:10:27.334" v="690" actId="26606"/>
          <ac:spMkLst>
            <pc:docMk/>
            <pc:sldMk cId="3343177660" sldId="257"/>
            <ac:spMk id="4" creationId="{971CC46C-83BB-4B6A-A0DE-3247F780F715}"/>
          </ac:spMkLst>
        </pc:spChg>
        <pc:spChg chg="add del mod">
          <ac:chgData name="Thien Truong" userId="3ee5793a3bd81d5d" providerId="LiveId" clId="{6ACC13E4-8703-4B4B-AA24-C1B917D959DA}" dt="2021-05-06T00:10:33" v="691" actId="6264"/>
          <ac:spMkLst>
            <pc:docMk/>
            <pc:sldMk cId="3343177660" sldId="257"/>
            <ac:spMk id="5" creationId="{F4F7B388-74BC-4E2E-AFD8-7FFD9D3C452F}"/>
          </ac:spMkLst>
        </pc:spChg>
        <pc:spChg chg="add del mod ord">
          <ac:chgData name="Thien Truong" userId="3ee5793a3bd81d5d" providerId="LiveId" clId="{6ACC13E4-8703-4B4B-AA24-C1B917D959DA}" dt="2021-05-06T00:12:27.544" v="692"/>
          <ac:spMkLst>
            <pc:docMk/>
            <pc:sldMk cId="3343177660" sldId="257"/>
            <ac:spMk id="6" creationId="{4DB8EADB-C3B0-4E59-BD5D-51A2AB015EF6}"/>
          </ac:spMkLst>
        </pc:spChg>
        <pc:spChg chg="add del mod">
          <ac:chgData name="Thien Truong" userId="3ee5793a3bd81d5d" providerId="LiveId" clId="{6ACC13E4-8703-4B4B-AA24-C1B917D959DA}" dt="2021-05-06T00:39:12.113" v="1464" actId="20577"/>
          <ac:spMkLst>
            <pc:docMk/>
            <pc:sldMk cId="3343177660" sldId="257"/>
            <ac:spMk id="7" creationId="{F64E7958-146C-4CD8-9373-0D623479BC68}"/>
          </ac:spMkLst>
        </pc:spChg>
        <pc:spChg chg="add del">
          <ac:chgData name="Thien Truong" userId="3ee5793a3bd81d5d" providerId="LiveId" clId="{6ACC13E4-8703-4B4B-AA24-C1B917D959DA}" dt="2021-05-06T00:15:10.419" v="703" actId="478"/>
          <ac:spMkLst>
            <pc:docMk/>
            <pc:sldMk cId="3343177660" sldId="257"/>
            <ac:spMk id="8" creationId="{8B8A58CD-8049-4B6D-8B70-A3B8A9B02A7C}"/>
          </ac:spMkLst>
        </pc:spChg>
        <pc:spChg chg="add del">
          <ac:chgData name="Thien Truong" userId="3ee5793a3bd81d5d" providerId="LiveId" clId="{6ACC13E4-8703-4B4B-AA24-C1B917D959DA}" dt="2021-05-06T00:10:17.021" v="687" actId="26606"/>
          <ac:spMkLst>
            <pc:docMk/>
            <pc:sldMk cId="3343177660" sldId="257"/>
            <ac:spMk id="9" creationId="{827B839B-9ADE-406B-8590-F1CAEDED45A1}"/>
          </ac:spMkLst>
        </pc:spChg>
        <pc:spChg chg="add del">
          <ac:chgData name="Thien Truong" userId="3ee5793a3bd81d5d" providerId="LiveId" clId="{6ACC13E4-8703-4B4B-AA24-C1B917D959DA}" dt="2021-05-06T00:33:38.252" v="1304" actId="26606"/>
          <ac:spMkLst>
            <pc:docMk/>
            <pc:sldMk cId="3343177660" sldId="257"/>
            <ac:spMk id="10" creationId="{4038CB10-1F5C-4D54-9DF7-12586DE5B007}"/>
          </ac:spMkLst>
        </pc:spChg>
        <pc:spChg chg="add del">
          <ac:chgData name="Thien Truong" userId="3ee5793a3bd81d5d" providerId="LiveId" clId="{6ACC13E4-8703-4B4B-AA24-C1B917D959DA}" dt="2021-05-06T00:10:17.021" v="687" actId="26606"/>
          <ac:spMkLst>
            <pc:docMk/>
            <pc:sldMk cId="3343177660" sldId="257"/>
            <ac:spMk id="11" creationId="{CFE45BF0-46DB-408C-B5F7-7B11716805D4}"/>
          </ac:spMkLst>
        </pc:spChg>
        <pc:spChg chg="add del">
          <ac:chgData name="Thien Truong" userId="3ee5793a3bd81d5d" providerId="LiveId" clId="{6ACC13E4-8703-4B4B-AA24-C1B917D959DA}" dt="2021-05-06T00:33:38.252" v="1304" actId="26606"/>
          <ac:spMkLst>
            <pc:docMk/>
            <pc:sldMk cId="3343177660" sldId="257"/>
            <ac:spMk id="12" creationId="{73ED6512-6858-4552-B699-9A97FE9A4EA2}"/>
          </ac:spMkLst>
        </pc:spChg>
        <pc:spChg chg="add del">
          <ac:chgData name="Thien Truong" userId="3ee5793a3bd81d5d" providerId="LiveId" clId="{6ACC13E4-8703-4B4B-AA24-C1B917D959DA}" dt="2021-05-06T00:10:17.021" v="687" actId="26606"/>
          <ac:spMkLst>
            <pc:docMk/>
            <pc:sldMk cId="3343177660" sldId="257"/>
            <ac:spMk id="13" creationId="{2AEBC8F2-97B1-41B4-93F1-2D289E197FBA}"/>
          </ac:spMkLst>
        </pc:spChg>
        <pc:spChg chg="add del">
          <ac:chgData name="Thien Truong" userId="3ee5793a3bd81d5d" providerId="LiveId" clId="{6ACC13E4-8703-4B4B-AA24-C1B917D959DA}" dt="2021-05-06T00:10:17.021" v="687" actId="26606"/>
          <ac:spMkLst>
            <pc:docMk/>
            <pc:sldMk cId="3343177660" sldId="257"/>
            <ac:spMk id="15" creationId="{472E3A19-F5D5-48FC-BB9C-48C2F68F598B}"/>
          </ac:spMkLst>
        </pc:spChg>
        <pc:spChg chg="add del">
          <ac:chgData name="Thien Truong" userId="3ee5793a3bd81d5d" providerId="LiveId" clId="{6ACC13E4-8703-4B4B-AA24-C1B917D959DA}" dt="2021-05-06T00:10:17.021" v="687" actId="26606"/>
          <ac:spMkLst>
            <pc:docMk/>
            <pc:sldMk cId="3343177660" sldId="257"/>
            <ac:spMk id="17" creationId="{7A62E32F-BB65-43A8-8EB5-92346890E549}"/>
          </ac:spMkLst>
        </pc:spChg>
        <pc:spChg chg="add del">
          <ac:chgData name="Thien Truong" userId="3ee5793a3bd81d5d" providerId="LiveId" clId="{6ACC13E4-8703-4B4B-AA24-C1B917D959DA}" dt="2021-05-06T00:10:17.021" v="687" actId="26606"/>
          <ac:spMkLst>
            <pc:docMk/>
            <pc:sldMk cId="3343177660" sldId="257"/>
            <ac:spMk id="19" creationId="{14E91B64-9FCC-451E-AFB4-A827D6329367}"/>
          </ac:spMkLst>
        </pc:spChg>
        <pc:spChg chg="add del">
          <ac:chgData name="Thien Truong" userId="3ee5793a3bd81d5d" providerId="LiveId" clId="{6ACC13E4-8703-4B4B-AA24-C1B917D959DA}" dt="2021-05-06T00:10:27.317" v="689" actId="26606"/>
          <ac:spMkLst>
            <pc:docMk/>
            <pc:sldMk cId="3343177660" sldId="257"/>
            <ac:spMk id="21" creationId="{4351DFE5-F63D-4BE0-BDA9-E3EB88F01AA5}"/>
          </ac:spMkLst>
        </pc:spChg>
        <pc:spChg chg="add del">
          <ac:chgData name="Thien Truong" userId="3ee5793a3bd81d5d" providerId="LiveId" clId="{6ACC13E4-8703-4B4B-AA24-C1B917D959DA}" dt="2021-05-06T00:10:33" v="691" actId="6264"/>
          <ac:spMkLst>
            <pc:docMk/>
            <pc:sldMk cId="3343177660" sldId="257"/>
            <ac:spMk id="24" creationId="{6DDA8CE9-E0A6-4FF2-823D-D08607606DC2}"/>
          </ac:spMkLst>
        </pc:spChg>
        <pc:spChg chg="add del">
          <ac:chgData name="Thien Truong" userId="3ee5793a3bd81d5d" providerId="LiveId" clId="{6ACC13E4-8703-4B4B-AA24-C1B917D959DA}" dt="2021-05-06T00:10:33" v="691" actId="6264"/>
          <ac:spMkLst>
            <pc:docMk/>
            <pc:sldMk cId="3343177660" sldId="257"/>
            <ac:spMk id="25" creationId="{11195564-33B9-434B-9641-764F5905A56F}"/>
          </ac:spMkLst>
        </pc:spChg>
        <pc:grpChg chg="add del">
          <ac:chgData name="Thien Truong" userId="3ee5793a3bd81d5d" providerId="LiveId" clId="{6ACC13E4-8703-4B4B-AA24-C1B917D959DA}" dt="2021-05-06T00:10:33" v="691" actId="6264"/>
          <ac:grpSpMkLst>
            <pc:docMk/>
            <pc:sldMk cId="3343177660" sldId="257"/>
            <ac:grpSpMk id="26" creationId="{1D18C537-E336-47C4-836B-C342A230F8F3}"/>
          </ac:grpSpMkLst>
        </pc:grpChg>
        <pc:grpChg chg="add del">
          <ac:chgData name="Thien Truong" userId="3ee5793a3bd81d5d" providerId="LiveId" clId="{6ACC13E4-8703-4B4B-AA24-C1B917D959DA}" dt="2021-05-06T00:10:33" v="691" actId="6264"/>
          <ac:grpSpMkLst>
            <pc:docMk/>
            <pc:sldMk cId="3343177660" sldId="257"/>
            <ac:grpSpMk id="29" creationId="{5A1259D8-0C3A-4069-A22F-537BBBB61A9C}"/>
          </ac:grpSpMkLst>
        </pc:grpChg>
        <pc:graphicFrameChg chg="add del">
          <ac:chgData name="Thien Truong" userId="3ee5793a3bd81d5d" providerId="LiveId" clId="{6ACC13E4-8703-4B4B-AA24-C1B917D959DA}" dt="2021-05-06T00:33:38.252" v="1304" actId="26606"/>
          <ac:graphicFrameMkLst>
            <pc:docMk/>
            <pc:sldMk cId="3343177660" sldId="257"/>
            <ac:graphicFrameMk id="14" creationId="{A3E55D0C-4EC4-4281-BCDB-3D92C22A1266}"/>
          </ac:graphicFrameMkLst>
        </pc:graphicFrameChg>
        <pc:picChg chg="add del">
          <ac:chgData name="Thien Truong" userId="3ee5793a3bd81d5d" providerId="LiveId" clId="{6ACC13E4-8703-4B4B-AA24-C1B917D959DA}" dt="2021-05-06T00:10:27.317" v="689" actId="26606"/>
          <ac:picMkLst>
            <pc:docMk/>
            <pc:sldMk cId="3343177660" sldId="257"/>
            <ac:picMk id="22" creationId="{3AA16612-ACD2-4A16-8F2B-4514FD6BF28F}"/>
          </ac:picMkLst>
        </pc:picChg>
        <pc:picChg chg="add del mod">
          <ac:chgData name="Thien Truong" userId="3ee5793a3bd81d5d" providerId="LiveId" clId="{6ACC13E4-8703-4B4B-AA24-C1B917D959DA}" dt="2021-05-06T00:13:06.017" v="695" actId="21"/>
          <ac:picMkLst>
            <pc:docMk/>
            <pc:sldMk cId="3343177660" sldId="257"/>
            <ac:picMk id="1026" creationId="{C4486A04-5800-41BE-93B2-A319696E1435}"/>
          </ac:picMkLst>
        </pc:picChg>
      </pc:sldChg>
      <pc:sldChg chg="addSp delSp modSp new del mod setBg">
        <pc:chgData name="Thien Truong" userId="3ee5793a3bd81d5d" providerId="LiveId" clId="{6ACC13E4-8703-4B4B-AA24-C1B917D959DA}" dt="2021-05-06T00:18:59.995" v="741" actId="47"/>
        <pc:sldMkLst>
          <pc:docMk/>
          <pc:sldMk cId="3442977631" sldId="258"/>
        </pc:sldMkLst>
        <pc:spChg chg="mod">
          <ac:chgData name="Thien Truong" userId="3ee5793a3bd81d5d" providerId="LiveId" clId="{6ACC13E4-8703-4B4B-AA24-C1B917D959DA}" dt="2021-05-05T17:26:48.785" v="205" actId="26606"/>
          <ac:spMkLst>
            <pc:docMk/>
            <pc:sldMk cId="3442977631" sldId="258"/>
            <ac:spMk id="2" creationId="{C63915CB-6B52-404F-A60F-A5F056A3E6B8}"/>
          </ac:spMkLst>
        </pc:spChg>
        <pc:spChg chg="del">
          <ac:chgData name="Thien Truong" userId="3ee5793a3bd81d5d" providerId="LiveId" clId="{6ACC13E4-8703-4B4B-AA24-C1B917D959DA}" dt="2021-05-05T17:26:11.164" v="204"/>
          <ac:spMkLst>
            <pc:docMk/>
            <pc:sldMk cId="3442977631" sldId="258"/>
            <ac:spMk id="3" creationId="{08C85D77-0E5B-4281-9F3D-CE0BF80AC0A4}"/>
          </ac:spMkLst>
        </pc:spChg>
        <pc:spChg chg="add">
          <ac:chgData name="Thien Truong" userId="3ee5793a3bd81d5d" providerId="LiveId" clId="{6ACC13E4-8703-4B4B-AA24-C1B917D959DA}" dt="2021-05-05T17:26:48.785" v="205" actId="26606"/>
          <ac:spMkLst>
            <pc:docMk/>
            <pc:sldMk cId="3442977631" sldId="258"/>
            <ac:spMk id="73" creationId="{2B566528-1B12-4246-9431-5C2D7D081168}"/>
          </ac:spMkLst>
        </pc:spChg>
        <pc:spChg chg="add mod">
          <ac:chgData name="Thien Truong" userId="3ee5793a3bd81d5d" providerId="LiveId" clId="{6ACC13E4-8703-4B4B-AA24-C1B917D959DA}" dt="2021-05-05T18:02:43.841" v="481" actId="20577"/>
          <ac:spMkLst>
            <pc:docMk/>
            <pc:sldMk cId="3442977631" sldId="258"/>
            <ac:spMk id="1030" creationId="{1D891CCB-7ED9-4DFA-9AC4-61501B00ABDC}"/>
          </ac:spMkLst>
        </pc:spChg>
        <pc:grpChg chg="add">
          <ac:chgData name="Thien Truong" userId="3ee5793a3bd81d5d" providerId="LiveId" clId="{6ACC13E4-8703-4B4B-AA24-C1B917D959DA}" dt="2021-05-05T17:26:48.785" v="205" actId="26606"/>
          <ac:grpSpMkLst>
            <pc:docMk/>
            <pc:sldMk cId="3442977631" sldId="258"/>
            <ac:grpSpMk id="75" creationId="{828A5161-06F1-46CF-8AD7-844680A59E13}"/>
          </ac:grpSpMkLst>
        </pc:grpChg>
        <pc:grpChg chg="add">
          <ac:chgData name="Thien Truong" userId="3ee5793a3bd81d5d" providerId="LiveId" clId="{6ACC13E4-8703-4B4B-AA24-C1B917D959DA}" dt="2021-05-05T17:26:48.785" v="205" actId="26606"/>
          <ac:grpSpMkLst>
            <pc:docMk/>
            <pc:sldMk cId="3442977631" sldId="258"/>
            <ac:grpSpMk id="79" creationId="{5995D10D-E9C9-47DB-AE7E-801FEF38F5C9}"/>
          </ac:grpSpMkLst>
        </pc:grpChg>
        <pc:picChg chg="add mod">
          <ac:chgData name="Thien Truong" userId="3ee5793a3bd81d5d" providerId="LiveId" clId="{6ACC13E4-8703-4B4B-AA24-C1B917D959DA}" dt="2021-05-05T17:34:32.072" v="318" actId="1076"/>
          <ac:picMkLst>
            <pc:docMk/>
            <pc:sldMk cId="3442977631" sldId="258"/>
            <ac:picMk id="1026" creationId="{DFCAAF07-11FC-42EF-8CDA-24CF2B0387D2}"/>
          </ac:picMkLst>
        </pc:picChg>
      </pc:sldChg>
      <pc:sldChg chg="addSp delSp modSp new del mod setBg">
        <pc:chgData name="Thien Truong" userId="3ee5793a3bd81d5d" providerId="LiveId" clId="{6ACC13E4-8703-4B4B-AA24-C1B917D959DA}" dt="2021-05-06T00:19:08.208" v="742" actId="47"/>
        <pc:sldMkLst>
          <pc:docMk/>
          <pc:sldMk cId="2232943842" sldId="259"/>
        </pc:sldMkLst>
        <pc:spChg chg="mod">
          <ac:chgData name="Thien Truong" userId="3ee5793a3bd81d5d" providerId="LiveId" clId="{6ACC13E4-8703-4B4B-AA24-C1B917D959DA}" dt="2021-05-05T18:21:33.652" v="566" actId="26606"/>
          <ac:spMkLst>
            <pc:docMk/>
            <pc:sldMk cId="2232943842" sldId="259"/>
            <ac:spMk id="2" creationId="{441EABB6-E96D-4523-B553-EC9574A436BD}"/>
          </ac:spMkLst>
        </pc:spChg>
        <pc:spChg chg="del">
          <ac:chgData name="Thien Truong" userId="3ee5793a3bd81d5d" providerId="LiveId" clId="{6ACC13E4-8703-4B4B-AA24-C1B917D959DA}" dt="2021-05-05T18:07:41.314" v="507"/>
          <ac:spMkLst>
            <pc:docMk/>
            <pc:sldMk cId="2232943842" sldId="259"/>
            <ac:spMk id="3" creationId="{4F8BD72F-A6E5-4FFB-8D94-570874E8CD04}"/>
          </ac:spMkLst>
        </pc:spChg>
        <pc:spChg chg="add del">
          <ac:chgData name="Thien Truong" userId="3ee5793a3bd81d5d" providerId="LiveId" clId="{6ACC13E4-8703-4B4B-AA24-C1B917D959DA}" dt="2021-05-05T18:21:29.462" v="565" actId="26606"/>
          <ac:spMkLst>
            <pc:docMk/>
            <pc:sldMk cId="2232943842" sldId="259"/>
            <ac:spMk id="73" creationId="{2B566528-1B12-4246-9431-5C2D7D081168}"/>
          </ac:spMkLst>
        </pc:spChg>
        <pc:spChg chg="add">
          <ac:chgData name="Thien Truong" userId="3ee5793a3bd81d5d" providerId="LiveId" clId="{6ACC13E4-8703-4B4B-AA24-C1B917D959DA}" dt="2021-05-05T18:21:33.652" v="566" actId="26606"/>
          <ac:spMkLst>
            <pc:docMk/>
            <pc:sldMk cId="2232943842" sldId="259"/>
            <ac:spMk id="85" creationId="{2B566528-1B12-4246-9431-5C2D7D081168}"/>
          </ac:spMkLst>
        </pc:spChg>
        <pc:spChg chg="add del">
          <ac:chgData name="Thien Truong" userId="3ee5793a3bd81d5d" providerId="LiveId" clId="{6ACC13E4-8703-4B4B-AA24-C1B917D959DA}" dt="2021-05-05T18:20:52.671" v="558" actId="26606"/>
          <ac:spMkLst>
            <pc:docMk/>
            <pc:sldMk cId="2232943842" sldId="259"/>
            <ac:spMk id="139" creationId="{2B566528-1B12-4246-9431-5C2D7D081168}"/>
          </ac:spMkLst>
        </pc:spChg>
        <pc:spChg chg="add mod ord">
          <ac:chgData name="Thien Truong" userId="3ee5793a3bd81d5d" providerId="LiveId" clId="{6ACC13E4-8703-4B4B-AA24-C1B917D959DA}" dt="2021-05-05T18:21:33.652" v="566" actId="26606"/>
          <ac:spMkLst>
            <pc:docMk/>
            <pc:sldMk cId="2232943842" sldId="259"/>
            <ac:spMk id="2054" creationId="{DD801C4B-868D-4DA0-8B2B-0A702CF23ADC}"/>
          </ac:spMkLst>
        </pc:spChg>
        <pc:spChg chg="add del">
          <ac:chgData name="Thien Truong" userId="3ee5793a3bd81d5d" providerId="LiveId" clId="{6ACC13E4-8703-4B4B-AA24-C1B917D959DA}" dt="2021-05-05T18:20:56.192" v="560" actId="26606"/>
          <ac:spMkLst>
            <pc:docMk/>
            <pc:sldMk cId="2232943842" sldId="259"/>
            <ac:spMk id="2056" creationId="{2B566528-1B12-4246-9431-5C2D7D081168}"/>
          </ac:spMkLst>
        </pc:spChg>
        <pc:spChg chg="add del">
          <ac:chgData name="Thien Truong" userId="3ee5793a3bd81d5d" providerId="LiveId" clId="{6ACC13E4-8703-4B4B-AA24-C1B917D959DA}" dt="2021-05-05T18:21:33.652" v="566" actId="26606"/>
          <ac:spMkLst>
            <pc:docMk/>
            <pc:sldMk cId="2232943842" sldId="259"/>
            <ac:spMk id="2064" creationId="{D19BB8BE-1351-4D9B-B761-F84A0B5B6519}"/>
          </ac:spMkLst>
        </pc:spChg>
        <pc:grpChg chg="add del">
          <ac:chgData name="Thien Truong" userId="3ee5793a3bd81d5d" providerId="LiveId" clId="{6ACC13E4-8703-4B4B-AA24-C1B917D959DA}" dt="2021-05-05T18:21:29.462" v="565" actId="26606"/>
          <ac:grpSpMkLst>
            <pc:docMk/>
            <pc:sldMk cId="2232943842" sldId="259"/>
            <ac:grpSpMk id="75" creationId="{828A5161-06F1-46CF-8AD7-844680A59E13}"/>
          </ac:grpSpMkLst>
        </pc:grpChg>
        <pc:grpChg chg="add del">
          <ac:chgData name="Thien Truong" userId="3ee5793a3bd81d5d" providerId="LiveId" clId="{6ACC13E4-8703-4B4B-AA24-C1B917D959DA}" dt="2021-05-05T18:21:29.462" v="565" actId="26606"/>
          <ac:grpSpMkLst>
            <pc:docMk/>
            <pc:sldMk cId="2232943842" sldId="259"/>
            <ac:grpSpMk id="79" creationId="{5995D10D-E9C9-47DB-AE7E-801FEF38F5C9}"/>
          </ac:grpSpMkLst>
        </pc:grpChg>
        <pc:grpChg chg="add">
          <ac:chgData name="Thien Truong" userId="3ee5793a3bd81d5d" providerId="LiveId" clId="{6ACC13E4-8703-4B4B-AA24-C1B917D959DA}" dt="2021-05-05T18:21:33.652" v="566" actId="26606"/>
          <ac:grpSpMkLst>
            <pc:docMk/>
            <pc:sldMk cId="2232943842" sldId="259"/>
            <ac:grpSpMk id="87" creationId="{828A5161-06F1-46CF-8AD7-844680A59E13}"/>
          </ac:grpSpMkLst>
        </pc:grpChg>
        <pc:grpChg chg="add">
          <ac:chgData name="Thien Truong" userId="3ee5793a3bd81d5d" providerId="LiveId" clId="{6ACC13E4-8703-4B4B-AA24-C1B917D959DA}" dt="2021-05-05T18:21:33.652" v="566" actId="26606"/>
          <ac:grpSpMkLst>
            <pc:docMk/>
            <pc:sldMk cId="2232943842" sldId="259"/>
            <ac:grpSpMk id="91" creationId="{5995D10D-E9C9-47DB-AE7E-801FEF38F5C9}"/>
          </ac:grpSpMkLst>
        </pc:grpChg>
        <pc:grpChg chg="add del">
          <ac:chgData name="Thien Truong" userId="3ee5793a3bd81d5d" providerId="LiveId" clId="{6ACC13E4-8703-4B4B-AA24-C1B917D959DA}" dt="2021-05-05T18:20:52.671" v="558" actId="26606"/>
          <ac:grpSpMkLst>
            <pc:docMk/>
            <pc:sldMk cId="2232943842" sldId="259"/>
            <ac:grpSpMk id="141" creationId="{828A5161-06F1-46CF-8AD7-844680A59E13}"/>
          </ac:grpSpMkLst>
        </pc:grpChg>
        <pc:grpChg chg="add del">
          <ac:chgData name="Thien Truong" userId="3ee5793a3bd81d5d" providerId="LiveId" clId="{6ACC13E4-8703-4B4B-AA24-C1B917D959DA}" dt="2021-05-05T18:20:52.671" v="558" actId="26606"/>
          <ac:grpSpMkLst>
            <pc:docMk/>
            <pc:sldMk cId="2232943842" sldId="259"/>
            <ac:grpSpMk id="145" creationId="{5995D10D-E9C9-47DB-AE7E-801FEF38F5C9}"/>
          </ac:grpSpMkLst>
        </pc:grpChg>
        <pc:grpChg chg="add del">
          <ac:chgData name="Thien Truong" userId="3ee5793a3bd81d5d" providerId="LiveId" clId="{6ACC13E4-8703-4B4B-AA24-C1B917D959DA}" dt="2021-05-05T18:20:56.192" v="560" actId="26606"/>
          <ac:grpSpMkLst>
            <pc:docMk/>
            <pc:sldMk cId="2232943842" sldId="259"/>
            <ac:grpSpMk id="2057" creationId="{287F69AB-2350-44E3-9076-00265B93F313}"/>
          </ac:grpSpMkLst>
        </pc:grpChg>
        <pc:grpChg chg="add del">
          <ac:chgData name="Thien Truong" userId="3ee5793a3bd81d5d" providerId="LiveId" clId="{6ACC13E4-8703-4B4B-AA24-C1B917D959DA}" dt="2021-05-05T18:20:56.192" v="560" actId="26606"/>
          <ac:grpSpMkLst>
            <pc:docMk/>
            <pc:sldMk cId="2232943842" sldId="259"/>
            <ac:grpSpMk id="2060" creationId="{3EA7D759-6BEF-4CBD-A325-BCFA77832B3F}"/>
          </ac:grpSpMkLst>
        </pc:grpChg>
        <pc:picChg chg="add mod">
          <ac:chgData name="Thien Truong" userId="3ee5793a3bd81d5d" providerId="LiveId" clId="{6ACC13E4-8703-4B4B-AA24-C1B917D959DA}" dt="2021-05-05T18:21:33.652" v="566" actId="26606"/>
          <ac:picMkLst>
            <pc:docMk/>
            <pc:sldMk cId="2232943842" sldId="259"/>
            <ac:picMk id="4" creationId="{83F1A67D-FD9C-4A0C-982E-0F325A28B935}"/>
          </ac:picMkLst>
        </pc:picChg>
        <pc:picChg chg="add del mod">
          <ac:chgData name="Thien Truong" userId="3ee5793a3bd81d5d" providerId="LiveId" clId="{6ACC13E4-8703-4B4B-AA24-C1B917D959DA}" dt="2021-05-05T18:20:26.660" v="554" actId="478"/>
          <ac:picMkLst>
            <pc:docMk/>
            <pc:sldMk cId="2232943842" sldId="259"/>
            <ac:picMk id="2050" creationId="{D1366AA6-C425-458E-9E4E-0115473EE4AC}"/>
          </ac:picMkLst>
        </pc:picChg>
        <pc:picChg chg="add del mod">
          <ac:chgData name="Thien Truong" userId="3ee5793a3bd81d5d" providerId="LiveId" clId="{6ACC13E4-8703-4B4B-AA24-C1B917D959DA}" dt="2021-05-05T18:20:25.347" v="553"/>
          <ac:picMkLst>
            <pc:docMk/>
            <pc:sldMk cId="2232943842" sldId="259"/>
            <ac:picMk id="2052" creationId="{6077C42C-009B-4849-8448-0E6CCBAFB3FD}"/>
          </ac:picMkLst>
        </pc:picChg>
      </pc:sldChg>
      <pc:sldChg chg="new del">
        <pc:chgData name="Thien Truong" userId="3ee5793a3bd81d5d" providerId="LiveId" clId="{6ACC13E4-8703-4B4B-AA24-C1B917D959DA}" dt="2021-05-05T18:29:25.886" v="569" actId="2696"/>
        <pc:sldMkLst>
          <pc:docMk/>
          <pc:sldMk cId="3154349030" sldId="260"/>
        </pc:sldMkLst>
      </pc:sldChg>
      <pc:sldChg chg="addSp delSp modSp add mod">
        <pc:chgData name="Thien Truong" userId="3ee5793a3bd81d5d" providerId="LiveId" clId="{6ACC13E4-8703-4B4B-AA24-C1B917D959DA}" dt="2021-05-05T18:33:45.411" v="595" actId="22"/>
        <pc:sldMkLst>
          <pc:docMk/>
          <pc:sldMk cId="1222381952" sldId="261"/>
        </pc:sldMkLst>
        <pc:spChg chg="mod">
          <ac:chgData name="Thien Truong" userId="3ee5793a3bd81d5d" providerId="LiveId" clId="{6ACC13E4-8703-4B4B-AA24-C1B917D959DA}" dt="2021-05-05T18:31:26.759" v="593" actId="20577"/>
          <ac:spMkLst>
            <pc:docMk/>
            <pc:sldMk cId="1222381952" sldId="261"/>
            <ac:spMk id="2" creationId="{57E09870-5D2D-421C-A12F-74500DB92A40}"/>
          </ac:spMkLst>
        </pc:spChg>
        <pc:spChg chg="add del">
          <ac:chgData name="Thien Truong" userId="3ee5793a3bd81d5d" providerId="LiveId" clId="{6ACC13E4-8703-4B4B-AA24-C1B917D959DA}" dt="2021-05-05T18:33:45.411" v="595" actId="22"/>
          <ac:spMkLst>
            <pc:docMk/>
            <pc:sldMk cId="1222381952" sldId="261"/>
            <ac:spMk id="4" creationId="{81D44EAF-7F99-464E-8861-4698E51D7E6E}"/>
          </ac:spMkLst>
        </pc:spChg>
      </pc:sldChg>
      <pc:sldChg chg="addSp delSp modSp new mod setBg">
        <pc:chgData name="Thien Truong" userId="3ee5793a3bd81d5d" providerId="LiveId" clId="{6ACC13E4-8703-4B4B-AA24-C1B917D959DA}" dt="2021-05-05T18:42:59.435" v="626" actId="20577"/>
        <pc:sldMkLst>
          <pc:docMk/>
          <pc:sldMk cId="2447439112" sldId="262"/>
        </pc:sldMkLst>
        <pc:spChg chg="mod">
          <ac:chgData name="Thien Truong" userId="3ee5793a3bd81d5d" providerId="LiveId" clId="{6ACC13E4-8703-4B4B-AA24-C1B917D959DA}" dt="2021-05-05T18:42:16.180" v="606" actId="26606"/>
          <ac:spMkLst>
            <pc:docMk/>
            <pc:sldMk cId="2447439112" sldId="262"/>
            <ac:spMk id="2" creationId="{4BBCD54A-5AE3-493B-8E8B-1C3F765D66DA}"/>
          </ac:spMkLst>
        </pc:spChg>
        <pc:spChg chg="del">
          <ac:chgData name="Thien Truong" userId="3ee5793a3bd81d5d" providerId="LiveId" clId="{6ACC13E4-8703-4B4B-AA24-C1B917D959DA}" dt="2021-05-05T18:40:52.420" v="601"/>
          <ac:spMkLst>
            <pc:docMk/>
            <pc:sldMk cId="2447439112" sldId="262"/>
            <ac:spMk id="3" creationId="{356ABED8-09AF-44C7-AAA1-557D32DFFBC5}"/>
          </ac:spMkLst>
        </pc:spChg>
        <pc:spChg chg="add del mod">
          <ac:chgData name="Thien Truong" userId="3ee5793a3bd81d5d" providerId="LiveId" clId="{6ACC13E4-8703-4B4B-AA24-C1B917D959DA}" dt="2021-05-05T18:42:59.435" v="626" actId="20577"/>
          <ac:spMkLst>
            <pc:docMk/>
            <pc:sldMk cId="2447439112" sldId="262"/>
            <ac:spMk id="8" creationId="{8A888592-E7BC-47C4-9B12-1E120500AD72}"/>
          </ac:spMkLst>
        </pc:spChg>
        <pc:spChg chg="add">
          <ac:chgData name="Thien Truong" userId="3ee5793a3bd81d5d" providerId="LiveId" clId="{6ACC13E4-8703-4B4B-AA24-C1B917D959DA}" dt="2021-05-05T18:42:16.180" v="606" actId="26606"/>
          <ac:spMkLst>
            <pc:docMk/>
            <pc:sldMk cId="2447439112" sldId="262"/>
            <ac:spMk id="11" creationId="{2B566528-1B12-4246-9431-5C2D7D081168}"/>
          </ac:spMkLst>
        </pc:spChg>
        <pc:grpChg chg="add">
          <ac:chgData name="Thien Truong" userId="3ee5793a3bd81d5d" providerId="LiveId" clId="{6ACC13E4-8703-4B4B-AA24-C1B917D959DA}" dt="2021-05-05T18:42:16.180" v="606" actId="26606"/>
          <ac:grpSpMkLst>
            <pc:docMk/>
            <pc:sldMk cId="2447439112" sldId="262"/>
            <ac:grpSpMk id="13" creationId="{828A5161-06F1-46CF-8AD7-844680A59E13}"/>
          </ac:grpSpMkLst>
        </pc:grpChg>
        <pc:grpChg chg="add">
          <ac:chgData name="Thien Truong" userId="3ee5793a3bd81d5d" providerId="LiveId" clId="{6ACC13E4-8703-4B4B-AA24-C1B917D959DA}" dt="2021-05-05T18:42:16.180" v="606" actId="26606"/>
          <ac:grpSpMkLst>
            <pc:docMk/>
            <pc:sldMk cId="2447439112" sldId="262"/>
            <ac:grpSpMk id="17" creationId="{5995D10D-E9C9-47DB-AE7E-801FEF38F5C9}"/>
          </ac:grpSpMkLst>
        </pc:grpChg>
        <pc:picChg chg="add mod">
          <ac:chgData name="Thien Truong" userId="3ee5793a3bd81d5d" providerId="LiveId" clId="{6ACC13E4-8703-4B4B-AA24-C1B917D959DA}" dt="2021-05-05T18:42:16.180" v="606" actId="26606"/>
          <ac:picMkLst>
            <pc:docMk/>
            <pc:sldMk cId="2447439112" sldId="262"/>
            <ac:picMk id="4" creationId="{1EDA647C-E6AB-4F43-8814-FA9B712FE24D}"/>
          </ac:picMkLst>
        </pc:picChg>
        <pc:picChg chg="add del mod">
          <ac:chgData name="Thien Truong" userId="3ee5793a3bd81d5d" providerId="LiveId" clId="{6ACC13E4-8703-4B4B-AA24-C1B917D959DA}" dt="2021-05-05T18:42:19.001" v="608"/>
          <ac:picMkLst>
            <pc:docMk/>
            <pc:sldMk cId="2447439112" sldId="262"/>
            <ac:picMk id="3074" creationId="{75A9C4B5-0E48-43F0-B933-DFEAF1C45ED5}"/>
          </ac:picMkLst>
        </pc:picChg>
      </pc:sldChg>
      <pc:sldChg chg="addSp delSp modSp new mod setBg">
        <pc:chgData name="Thien Truong" userId="3ee5793a3bd81d5d" providerId="LiveId" clId="{6ACC13E4-8703-4B4B-AA24-C1B917D959DA}" dt="2021-05-05T19:09:13.429" v="669" actId="20577"/>
        <pc:sldMkLst>
          <pc:docMk/>
          <pc:sldMk cId="2676628640" sldId="263"/>
        </pc:sldMkLst>
        <pc:spChg chg="mod">
          <ac:chgData name="Thien Truong" userId="3ee5793a3bd81d5d" providerId="LiveId" clId="{6ACC13E4-8703-4B4B-AA24-C1B917D959DA}" dt="2021-05-05T18:49:21.769" v="632" actId="26606"/>
          <ac:spMkLst>
            <pc:docMk/>
            <pc:sldMk cId="2676628640" sldId="263"/>
            <ac:spMk id="2" creationId="{A58323F3-CF4A-4A13-8D9D-42DD7E191C0D}"/>
          </ac:spMkLst>
        </pc:spChg>
        <pc:spChg chg="del">
          <ac:chgData name="Thien Truong" userId="3ee5793a3bd81d5d" providerId="LiveId" clId="{6ACC13E4-8703-4B4B-AA24-C1B917D959DA}" dt="2021-05-05T18:49:16.268" v="631"/>
          <ac:spMkLst>
            <pc:docMk/>
            <pc:sldMk cId="2676628640" sldId="263"/>
            <ac:spMk id="3" creationId="{B6828696-D721-4D8A-B0B6-E5FB11779F2E}"/>
          </ac:spMkLst>
        </pc:spChg>
        <pc:spChg chg="add mod">
          <ac:chgData name="Thien Truong" userId="3ee5793a3bd81d5d" providerId="LiveId" clId="{6ACC13E4-8703-4B4B-AA24-C1B917D959DA}" dt="2021-05-05T19:09:13.429" v="669" actId="20577"/>
          <ac:spMkLst>
            <pc:docMk/>
            <pc:sldMk cId="2676628640" sldId="263"/>
            <ac:spMk id="8" creationId="{4A951A6A-C1AA-4981-80C7-5D7B19953C3B}"/>
          </ac:spMkLst>
        </pc:spChg>
        <pc:spChg chg="add del">
          <ac:chgData name="Thien Truong" userId="3ee5793a3bd81d5d" providerId="LiveId" clId="{6ACC13E4-8703-4B4B-AA24-C1B917D959DA}" dt="2021-05-05T19:08:18.136" v="649" actId="26606"/>
          <ac:spMkLst>
            <pc:docMk/>
            <pc:sldMk cId="2676628640" sldId="263"/>
            <ac:spMk id="11" creationId="{2B566528-1B12-4246-9431-5C2D7D081168}"/>
          </ac:spMkLst>
        </pc:spChg>
        <pc:spChg chg="add">
          <ac:chgData name="Thien Truong" userId="3ee5793a3bd81d5d" providerId="LiveId" clId="{6ACC13E4-8703-4B4B-AA24-C1B917D959DA}" dt="2021-05-05T19:08:18.136" v="649" actId="26606"/>
          <ac:spMkLst>
            <pc:docMk/>
            <pc:sldMk cId="2676628640" sldId="263"/>
            <ac:spMk id="71" creationId="{2B566528-1B12-4246-9431-5C2D7D081168}"/>
          </ac:spMkLst>
        </pc:spChg>
        <pc:grpChg chg="add del">
          <ac:chgData name="Thien Truong" userId="3ee5793a3bd81d5d" providerId="LiveId" clId="{6ACC13E4-8703-4B4B-AA24-C1B917D959DA}" dt="2021-05-05T19:08:18.136" v="649" actId="26606"/>
          <ac:grpSpMkLst>
            <pc:docMk/>
            <pc:sldMk cId="2676628640" sldId="263"/>
            <ac:grpSpMk id="13" creationId="{828A5161-06F1-46CF-8AD7-844680A59E13}"/>
          </ac:grpSpMkLst>
        </pc:grpChg>
        <pc:grpChg chg="add del">
          <ac:chgData name="Thien Truong" userId="3ee5793a3bd81d5d" providerId="LiveId" clId="{6ACC13E4-8703-4B4B-AA24-C1B917D959DA}" dt="2021-05-05T19:08:18.136" v="649" actId="26606"/>
          <ac:grpSpMkLst>
            <pc:docMk/>
            <pc:sldMk cId="2676628640" sldId="263"/>
            <ac:grpSpMk id="17" creationId="{5995D10D-E9C9-47DB-AE7E-801FEF38F5C9}"/>
          </ac:grpSpMkLst>
        </pc:grpChg>
        <pc:grpChg chg="add">
          <ac:chgData name="Thien Truong" userId="3ee5793a3bd81d5d" providerId="LiveId" clId="{6ACC13E4-8703-4B4B-AA24-C1B917D959DA}" dt="2021-05-05T19:08:18.136" v="649" actId="26606"/>
          <ac:grpSpMkLst>
            <pc:docMk/>
            <pc:sldMk cId="2676628640" sldId="263"/>
            <ac:grpSpMk id="73" creationId="{828A5161-06F1-46CF-8AD7-844680A59E13}"/>
          </ac:grpSpMkLst>
        </pc:grpChg>
        <pc:grpChg chg="add">
          <ac:chgData name="Thien Truong" userId="3ee5793a3bd81d5d" providerId="LiveId" clId="{6ACC13E4-8703-4B4B-AA24-C1B917D959DA}" dt="2021-05-05T19:08:18.136" v="649" actId="26606"/>
          <ac:grpSpMkLst>
            <pc:docMk/>
            <pc:sldMk cId="2676628640" sldId="263"/>
            <ac:grpSpMk id="77" creationId="{5995D10D-E9C9-47DB-AE7E-801FEF38F5C9}"/>
          </ac:grpSpMkLst>
        </pc:grpChg>
        <pc:picChg chg="add del mod">
          <ac:chgData name="Thien Truong" userId="3ee5793a3bd81d5d" providerId="LiveId" clId="{6ACC13E4-8703-4B4B-AA24-C1B917D959DA}" dt="2021-05-05T19:08:14.235" v="646" actId="478"/>
          <ac:picMkLst>
            <pc:docMk/>
            <pc:sldMk cId="2676628640" sldId="263"/>
            <ac:picMk id="4" creationId="{D964B061-4F35-47E5-9638-3DBB7900DEF8}"/>
          </ac:picMkLst>
        </pc:picChg>
        <pc:picChg chg="add mod">
          <ac:chgData name="Thien Truong" userId="3ee5793a3bd81d5d" providerId="LiveId" clId="{6ACC13E4-8703-4B4B-AA24-C1B917D959DA}" dt="2021-05-05T19:08:18.136" v="649" actId="26606"/>
          <ac:picMkLst>
            <pc:docMk/>
            <pc:sldMk cId="2676628640" sldId="263"/>
            <ac:picMk id="4098" creationId="{D6B402A3-E12D-4407-9F13-F3A2BBE2B330}"/>
          </ac:picMkLst>
        </pc:picChg>
      </pc:sldChg>
      <pc:sldChg chg="addSp delSp modSp add mod ord setBg delDesignElem">
        <pc:chgData name="Thien Truong" userId="3ee5793a3bd81d5d" providerId="LiveId" clId="{6ACC13E4-8703-4B4B-AA24-C1B917D959DA}" dt="2021-05-06T00:54:36.069" v="2051" actId="5793"/>
        <pc:sldMkLst>
          <pc:docMk/>
          <pc:sldMk cId="3072600446" sldId="264"/>
        </pc:sldMkLst>
        <pc:spChg chg="mod">
          <ac:chgData name="Thien Truong" userId="3ee5793a3bd81d5d" providerId="LiveId" clId="{6ACC13E4-8703-4B4B-AA24-C1B917D959DA}" dt="2021-05-06T00:41:45.311" v="1522" actId="26606"/>
          <ac:spMkLst>
            <pc:docMk/>
            <pc:sldMk cId="3072600446" sldId="264"/>
            <ac:spMk id="2" creationId="{4BBCD54A-5AE3-493B-8E8B-1C3F765D66DA}"/>
          </ac:spMkLst>
        </pc:spChg>
        <pc:spChg chg="mod">
          <ac:chgData name="Thien Truong" userId="3ee5793a3bd81d5d" providerId="LiveId" clId="{6ACC13E4-8703-4B4B-AA24-C1B917D959DA}" dt="2021-05-06T00:54:36.069" v="2051" actId="5793"/>
          <ac:spMkLst>
            <pc:docMk/>
            <pc:sldMk cId="3072600446" sldId="264"/>
            <ac:spMk id="8" creationId="{8A888592-E7BC-47C4-9B12-1E120500AD72}"/>
          </ac:spMkLst>
        </pc:spChg>
        <pc:spChg chg="del">
          <ac:chgData name="Thien Truong" userId="3ee5793a3bd81d5d" providerId="LiveId" clId="{6ACC13E4-8703-4B4B-AA24-C1B917D959DA}" dt="2021-05-06T00:40:46.135" v="1466"/>
          <ac:spMkLst>
            <pc:docMk/>
            <pc:sldMk cId="3072600446" sldId="264"/>
            <ac:spMk id="11" creationId="{2B566528-1B12-4246-9431-5C2D7D081168}"/>
          </ac:spMkLst>
        </pc:spChg>
        <pc:grpChg chg="del">
          <ac:chgData name="Thien Truong" userId="3ee5793a3bd81d5d" providerId="LiveId" clId="{6ACC13E4-8703-4B4B-AA24-C1B917D959DA}" dt="2021-05-06T00:40:46.135" v="1466"/>
          <ac:grpSpMkLst>
            <pc:docMk/>
            <pc:sldMk cId="3072600446" sldId="264"/>
            <ac:grpSpMk id="13" creationId="{828A5161-06F1-46CF-8AD7-844680A59E13}"/>
          </ac:grpSpMkLst>
        </pc:grpChg>
        <pc:grpChg chg="del">
          <ac:chgData name="Thien Truong" userId="3ee5793a3bd81d5d" providerId="LiveId" clId="{6ACC13E4-8703-4B4B-AA24-C1B917D959DA}" dt="2021-05-06T00:40:46.135" v="1466"/>
          <ac:grpSpMkLst>
            <pc:docMk/>
            <pc:sldMk cId="3072600446" sldId="264"/>
            <ac:grpSpMk id="17" creationId="{5995D10D-E9C9-47DB-AE7E-801FEF38F5C9}"/>
          </ac:grpSpMkLst>
        </pc:grpChg>
        <pc:picChg chg="del">
          <ac:chgData name="Thien Truong" userId="3ee5793a3bd81d5d" providerId="LiveId" clId="{6ACC13E4-8703-4B4B-AA24-C1B917D959DA}" dt="2021-05-06T00:41:37.193" v="1520" actId="478"/>
          <ac:picMkLst>
            <pc:docMk/>
            <pc:sldMk cId="3072600446" sldId="264"/>
            <ac:picMk id="4" creationId="{1EDA647C-E6AB-4F43-8814-FA9B712FE24D}"/>
          </ac:picMkLst>
        </pc:picChg>
        <pc:picChg chg="add del">
          <ac:chgData name="Thien Truong" userId="3ee5793a3bd81d5d" providerId="LiveId" clId="{6ACC13E4-8703-4B4B-AA24-C1B917D959DA}" dt="2021-05-06T00:41:37.193" v="1520" actId="478"/>
          <ac:picMkLst>
            <pc:docMk/>
            <pc:sldMk cId="3072600446" sldId="264"/>
            <ac:picMk id="2050" creationId="{2ECAF917-76D5-4619-8356-754B9B200D2C}"/>
          </ac:picMkLst>
        </pc:picChg>
        <pc:picChg chg="add mod">
          <ac:chgData name="Thien Truong" userId="3ee5793a3bd81d5d" providerId="LiveId" clId="{6ACC13E4-8703-4B4B-AA24-C1B917D959DA}" dt="2021-05-06T00:41:45.311" v="1522" actId="26606"/>
          <ac:picMkLst>
            <pc:docMk/>
            <pc:sldMk cId="3072600446" sldId="264"/>
            <ac:picMk id="2052" creationId="{FFA774C3-F524-4974-8BEE-C0A3072AB2DA}"/>
          </ac:picMkLst>
        </pc:picChg>
        <pc:cxnChg chg="add">
          <ac:chgData name="Thien Truong" userId="3ee5793a3bd81d5d" providerId="LiveId" clId="{6ACC13E4-8703-4B4B-AA24-C1B917D959DA}" dt="2021-05-06T00:41:45.311" v="1522" actId="26606"/>
          <ac:cxnSpMkLst>
            <pc:docMk/>
            <pc:sldMk cId="3072600446" sldId="264"/>
            <ac:cxnSpMk id="73" creationId="{A7F400EE-A8A5-48AF-B4D6-291B52C6F0B0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D5121-B806-42E3-AB0B-0EE08A47D9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2480A4-413C-4B20-817D-84402F3DDD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2A6EF-A54C-4365-BE11-76ACB43FBC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62F7AA-BF5D-4D25-A109-1F540DB5A3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94EE95-990A-4F80-9801-02F31C2FC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737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85C4E6-81FC-44A4-9F93-B12671A71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2AC94B-1E3A-48CE-A77B-2AC9FA4AD8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1B4B89-51DC-49E9-87F6-BD2AC97F7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BD7DB2-CC2E-4074-86DB-CEDE0F54B9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F98A6B-CA10-4357-AD27-236746164E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0187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D89E0-5F4B-45C2-8825-88CD6351D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7C7B6F6-3733-486A-8474-409C00F22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C9A33F-5AF5-4CF5-886A-6F191F4F83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27521E-C2F4-4FBC-B310-E8D006550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22EE39-8988-4448-A25B-EC1ED9BF27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0709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7FC92-84C1-4655-B4A5-A383188D3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F1E21-7252-4735-968E-91950765CFA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C4D695D-B480-4276-9932-07EB199069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32B922-F659-464A-98FC-AEE4146473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E0446C3-0D68-499A-AB75-5BE7259EA0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FC5B87-6041-4219-AE3A-FFB4B9AC5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6261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A0FBB-DDAB-4F08-8393-8EB43874F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A66A804-0A4F-4E9B-A055-97D6F53F7A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790710-79A3-4E84-90F2-B1917891B9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A943D3-9566-4EB9-926D-6378A44368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293C72B-845D-4F46-AF6F-39B4D90EF3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BF22FE-A40A-468D-9CE3-12F4C2B521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68324-D939-423A-B12E-4B91DC9E38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8A2F85-691D-47D3-ABBF-E703315DC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27944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5BBE5-1DEE-4687-AADC-F2AA47CA8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C91C7D-60BB-41B5-8E39-98AA04D41E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5D45E0-BED9-41F8-A37D-C6FC99FE1C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6CD20C2-2025-4C29-A87F-44E994DEA1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0015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96A847D-E176-4580-B3CA-91449AF923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ACB9F9-DAFA-4EF1-AB5E-34746BFA9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96F303-1AA7-4EA7-930C-33A90DA08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642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32E375-D6BD-454A-A9F5-F92CD829B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C338-E90E-443B-8C2C-AF30F699FA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F787DB1-9FA9-4143-921C-D3AD95CCD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CDB4DBE-CF99-476F-9E32-C834BA00DB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60053A-FF9B-48E2-B5D2-70726F332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1C3DD7-5423-4E13-B3A4-93DC4009A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57468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73443-70D2-4A20-998B-36D7888BFA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44224B8-EBB0-4D2D-8FD6-58753572A92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E7F4695-4B97-4D40-A379-959D47092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BD305E-FE21-445E-831C-1D8B5C0B5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11A319-B6DF-4322-933D-AE85BD9372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F30A2-B1A6-43C4-ADE8-BA284CF0F5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811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7707BA-5D1C-4702-A070-550EA95E0B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136A91-179E-4EF7-AEBE-C11F08349F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8EEC59-0F9B-47A7-87F0-F2F66DC00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0BC0E1-91BB-451D-9AE1-5A8E3153EE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834957-061E-4E83-9762-AD7B26FA3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0276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D0E938-F16C-444E-AE63-B1661E3256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8CAEC9E-135C-45EB-949C-0B886F4B14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965381-9DAE-450D-A978-B40CDA8F68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ABA7A9-8C7E-4A19-AB64-FA67F25AB5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205E7C-EEB3-4343-8420-7F42D311B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21746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28C069-CF14-4DA7-A345-ADFB86A349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838197-87C2-4125-A3B0-E16F3B758F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166114-0912-4B8D-99E0-4211FB5E6A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EC2EFF-1ADD-45A0-AC57-3D955791AB01}" type="datetimeFigureOut">
              <a:rPr lang="en-US" smtClean="0"/>
              <a:t>5/6/2021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9F4A2F-132B-42FC-8F45-1FB04AB6AF3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EFAA4C-6516-43D1-8690-23526E1B3B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18CB7D-7477-449B-9DF5-0528B1909D0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0279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74426AB7-D619-4515-962A-BC83909EC0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F47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E47DF98-723F-4AAC-ABCF-CACBC438F7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43840" y="256540"/>
            <a:ext cx="11704320" cy="6365239"/>
          </a:xfrm>
          <a:prstGeom prst="rect">
            <a:avLst/>
          </a:prstGeom>
          <a:solidFill>
            <a:srgbClr val="FFFFF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A29FC7C-9308-4FDE-8DCA-405668055B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2895600" y="5768204"/>
            <a:ext cx="6400800" cy="0"/>
          </a:xfrm>
          <a:prstGeom prst="line">
            <a:avLst/>
          </a:prstGeom>
          <a:ln>
            <a:solidFill>
              <a:srgbClr val="4F475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D8A8C94-9BC1-4A37-8A8D-EC7D0868623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09980" y="4277356"/>
            <a:ext cx="9966960" cy="1560320"/>
          </a:xfrm>
        </p:spPr>
        <p:txBody>
          <a:bodyPr>
            <a:normAutofit/>
          </a:bodyPr>
          <a:lstStyle/>
          <a:p>
            <a:r>
              <a:rPr lang="en-US" sz="5800" dirty="0">
                <a:solidFill>
                  <a:srgbClr val="4F475F"/>
                </a:solidFill>
              </a:rPr>
              <a:t>Domain Driven Design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E1F140-FB83-4269-B07E-9D52F43B1B9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9530" y="5799489"/>
            <a:ext cx="8767860" cy="440822"/>
          </a:xfrm>
        </p:spPr>
        <p:txBody>
          <a:bodyPr>
            <a:normAutofit/>
          </a:bodyPr>
          <a:lstStyle/>
          <a:p>
            <a:r>
              <a:rPr lang="en-US" sz="2000" dirty="0">
                <a:solidFill>
                  <a:srgbClr val="4F475F"/>
                </a:solidFill>
              </a:rPr>
              <a:t>Tackling Complexity in the Heart of Software</a:t>
            </a:r>
          </a:p>
        </p:txBody>
      </p:sp>
      <p:pic>
        <p:nvPicPr>
          <p:cNvPr id="4" name="Picture 2" descr="Comparing Domain-Driven Design with Model-Driven Engineering">
            <a:extLst>
              <a:ext uri="{FF2B5EF4-FFF2-40B4-BE49-F238E27FC236}">
                <a16:creationId xmlns:a16="http://schemas.microsoft.com/office/drawing/2014/main" id="{3231B79D-06AD-488C-94E4-0090B40BBE8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4662" r="1" b="8305"/>
          <a:stretch/>
        </p:blipFill>
        <p:spPr bwMode="auto">
          <a:xfrm>
            <a:off x="243840" y="256540"/>
            <a:ext cx="11704320" cy="37642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2029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09870-5D2D-421C-A12F-74500DB92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Khó khăn gặp phải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F64E7958-146C-4CD8-9373-0D623479BC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Nghiệp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luôn</a:t>
            </a:r>
            <a:r>
              <a:rPr lang="en-US" dirty="0"/>
              <a:t> </a:t>
            </a:r>
            <a:r>
              <a:rPr lang="en-US" dirty="0" err="1"/>
              <a:t>thay</a:t>
            </a:r>
            <a:r>
              <a:rPr lang="en-US" dirty="0"/>
              <a:t> </a:t>
            </a:r>
            <a:r>
              <a:rPr lang="en-US" dirty="0" err="1"/>
              <a:t>đổi</a:t>
            </a:r>
            <a:endParaRPr lang="en-US" dirty="0"/>
          </a:p>
          <a:p>
            <a:r>
              <a:rPr lang="en-US" dirty="0"/>
              <a:t>Logic </a:t>
            </a:r>
            <a:r>
              <a:rPr lang="en-US" dirty="0" err="1"/>
              <a:t>nghiệp</a:t>
            </a:r>
            <a:r>
              <a:rPr lang="en-US" dirty="0"/>
              <a:t> </a:t>
            </a:r>
            <a:r>
              <a:rPr lang="en-US" dirty="0" err="1"/>
              <a:t>vụ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có</a:t>
            </a:r>
            <a:r>
              <a:rPr lang="en-US" dirty="0"/>
              <a:t> </a:t>
            </a:r>
            <a:r>
              <a:rPr lang="en-US" dirty="0" err="1"/>
              <a:t>sự</a:t>
            </a:r>
            <a:r>
              <a:rPr lang="en-US" dirty="0"/>
              <a:t> </a:t>
            </a:r>
            <a:r>
              <a:rPr lang="en-US" dirty="0" err="1"/>
              <a:t>tập</a:t>
            </a:r>
            <a:r>
              <a:rPr lang="en-US" dirty="0"/>
              <a:t> </a:t>
            </a:r>
            <a:r>
              <a:rPr lang="en-US" dirty="0" err="1"/>
              <a:t>trung</a:t>
            </a:r>
            <a:endParaRPr lang="en-US" dirty="0"/>
          </a:p>
          <a:p>
            <a:r>
              <a:rPr lang="en-US" dirty="0" err="1"/>
              <a:t>Phụ</a:t>
            </a:r>
            <a:r>
              <a:rPr lang="en-US" dirty="0"/>
              <a:t> </a:t>
            </a:r>
            <a:r>
              <a:rPr lang="en-US" dirty="0" err="1"/>
              <a:t>thuộc</a:t>
            </a:r>
            <a:r>
              <a:rPr lang="en-US" dirty="0"/>
              <a:t> </a:t>
            </a:r>
            <a:r>
              <a:rPr lang="en-US" dirty="0" err="1"/>
              <a:t>vào</a:t>
            </a:r>
            <a:r>
              <a:rPr lang="en-US" dirty="0"/>
              <a:t> database</a:t>
            </a:r>
          </a:p>
          <a:p>
            <a:r>
              <a:rPr lang="en-US" dirty="0" err="1"/>
              <a:t>Dữ</a:t>
            </a:r>
            <a:r>
              <a:rPr lang="en-US" dirty="0"/>
              <a:t> </a:t>
            </a:r>
            <a:r>
              <a:rPr lang="en-US" dirty="0" err="1"/>
              <a:t>liệu</a:t>
            </a:r>
            <a:r>
              <a:rPr lang="en-US" dirty="0"/>
              <a:t> </a:t>
            </a:r>
            <a:r>
              <a:rPr lang="en-US" dirty="0" err="1"/>
              <a:t>không</a:t>
            </a:r>
            <a:r>
              <a:rPr lang="en-US" dirty="0"/>
              <a:t> </a:t>
            </a:r>
            <a:r>
              <a:rPr lang="en-US" dirty="0" err="1"/>
              <a:t>đảm</a:t>
            </a:r>
            <a:r>
              <a:rPr lang="en-US" dirty="0"/>
              <a:t> </a:t>
            </a:r>
            <a:r>
              <a:rPr lang="en-US" dirty="0" err="1"/>
              <a:t>bảo</a:t>
            </a:r>
            <a:r>
              <a:rPr lang="en-US" dirty="0"/>
              <a:t> </a:t>
            </a:r>
            <a:r>
              <a:rPr lang="en-US" dirty="0" err="1"/>
              <a:t>và</a:t>
            </a:r>
            <a:r>
              <a:rPr lang="en-US" dirty="0"/>
              <a:t> </a:t>
            </a:r>
            <a:r>
              <a:rPr lang="en-US" dirty="0" err="1"/>
              <a:t>nhất</a:t>
            </a:r>
            <a:r>
              <a:rPr lang="en-US" dirty="0"/>
              <a:t> </a:t>
            </a:r>
            <a:r>
              <a:rPr lang="en-US" dirty="0" err="1"/>
              <a:t>quán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Domain Driven Design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3177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BCD54A-5AE3-493B-8E8B-1C3F765D6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5430" y="629268"/>
            <a:ext cx="6586491" cy="1286160"/>
          </a:xfrm>
        </p:spPr>
        <p:txBody>
          <a:bodyPr anchor="b">
            <a:normAutofit/>
          </a:bodyPr>
          <a:lstStyle/>
          <a:p>
            <a:r>
              <a:rPr lang="en-US"/>
              <a:t>Domain Driven Design </a:t>
            </a:r>
            <a:r>
              <a:rPr lang="en-US" err="1"/>
              <a:t>là</a:t>
            </a:r>
            <a:r>
              <a:rPr lang="en-US"/>
              <a:t> </a:t>
            </a:r>
            <a:r>
              <a:rPr lang="en-US" err="1"/>
              <a:t>gì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A888592-E7BC-47C4-9B12-1E120500AD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65431" y="2438400"/>
            <a:ext cx="6586489" cy="3785419"/>
          </a:xfrm>
        </p:spPr>
        <p:txBody>
          <a:bodyPr>
            <a:normAutofit/>
          </a:bodyPr>
          <a:lstStyle/>
          <a:p>
            <a:r>
              <a:rPr lang="en-US" sz="2000" dirty="0" err="1"/>
              <a:t>Phương</a:t>
            </a:r>
            <a:r>
              <a:rPr lang="en-US" sz="2000" dirty="0"/>
              <a:t> </a:t>
            </a:r>
            <a:r>
              <a:rPr lang="en-US" sz="2000" dirty="0" err="1"/>
              <a:t>pháp</a:t>
            </a:r>
            <a:r>
              <a:rPr lang="en-US" sz="2000" dirty="0"/>
              <a:t> </a:t>
            </a:r>
            <a:r>
              <a:rPr lang="en-US" sz="2000" dirty="0" err="1"/>
              <a:t>thiết</a:t>
            </a:r>
            <a:r>
              <a:rPr lang="en-US" sz="2000" dirty="0"/>
              <a:t> </a:t>
            </a:r>
            <a:r>
              <a:rPr lang="en-US" sz="2000" dirty="0" err="1"/>
              <a:t>kế</a:t>
            </a:r>
            <a:r>
              <a:rPr lang="en-US" sz="2000" dirty="0"/>
              <a:t> </a:t>
            </a:r>
            <a:r>
              <a:rPr lang="en-US" sz="2000" dirty="0" err="1"/>
              <a:t>phần</a:t>
            </a:r>
            <a:r>
              <a:rPr lang="en-US" sz="2000" dirty="0"/>
              <a:t> </a:t>
            </a:r>
            <a:r>
              <a:rPr lang="en-US" sz="2000" dirty="0" err="1"/>
              <a:t>mềm</a:t>
            </a:r>
            <a:r>
              <a:rPr lang="en-US" sz="2000" dirty="0"/>
              <a:t> </a:t>
            </a:r>
            <a:r>
              <a:rPr lang="en-US" sz="2000" dirty="0" err="1"/>
              <a:t>lấy</a:t>
            </a:r>
            <a:r>
              <a:rPr lang="en-US" sz="2000" dirty="0"/>
              <a:t> </a:t>
            </a:r>
            <a:r>
              <a:rPr lang="en-US" sz="2000" dirty="0" err="1"/>
              <a:t>nghiệp</a:t>
            </a:r>
            <a:r>
              <a:rPr lang="en-US" sz="2000" dirty="0"/>
              <a:t> </a:t>
            </a:r>
            <a:r>
              <a:rPr lang="en-US" sz="2000" dirty="0" err="1"/>
              <a:t>vụ</a:t>
            </a:r>
            <a:r>
              <a:rPr lang="en-US" sz="2000" dirty="0"/>
              <a:t> (domain) </a:t>
            </a:r>
            <a:r>
              <a:rPr lang="en-US" sz="2000" dirty="0" err="1"/>
              <a:t>làm</a:t>
            </a:r>
            <a:r>
              <a:rPr lang="en-US" sz="2000" dirty="0"/>
              <a:t> </a:t>
            </a:r>
            <a:r>
              <a:rPr lang="en-US" sz="2000" dirty="0" err="1"/>
              <a:t>trung</a:t>
            </a:r>
            <a:r>
              <a:rPr lang="en-US" sz="2000" dirty="0"/>
              <a:t> </a:t>
            </a:r>
            <a:r>
              <a:rPr lang="en-US" sz="2000" dirty="0" err="1"/>
              <a:t>tâm</a:t>
            </a:r>
            <a:endParaRPr lang="en-US" sz="2000" dirty="0"/>
          </a:p>
          <a:p>
            <a:r>
              <a:rPr lang="en-US" sz="2000" dirty="0" err="1"/>
              <a:t>Việc</a:t>
            </a:r>
            <a:r>
              <a:rPr lang="en-US" sz="2000" dirty="0"/>
              <a:t> </a:t>
            </a:r>
            <a:r>
              <a:rPr lang="en-US" sz="2000" dirty="0" err="1"/>
              <a:t>thiết</a:t>
            </a:r>
            <a:r>
              <a:rPr lang="en-US" sz="2000" dirty="0"/>
              <a:t> </a:t>
            </a:r>
            <a:r>
              <a:rPr lang="en-US" sz="2000" dirty="0" err="1"/>
              <a:t>kế</a:t>
            </a:r>
            <a:r>
              <a:rPr lang="en-US" sz="2000" dirty="0"/>
              <a:t> model </a:t>
            </a:r>
            <a:r>
              <a:rPr lang="en-US" sz="2000" dirty="0" err="1"/>
              <a:t>của</a:t>
            </a:r>
            <a:r>
              <a:rPr lang="en-US" sz="2000" dirty="0"/>
              <a:t> domain </a:t>
            </a:r>
            <a:r>
              <a:rPr lang="en-US" sz="2000" dirty="0" err="1"/>
              <a:t>là</a:t>
            </a:r>
            <a:r>
              <a:rPr lang="en-US" sz="2000" dirty="0"/>
              <a:t> </a:t>
            </a:r>
            <a:r>
              <a:rPr lang="en-US" sz="2000" dirty="0" err="1"/>
              <a:t>quan</a:t>
            </a:r>
            <a:r>
              <a:rPr lang="en-US" sz="2000" dirty="0"/>
              <a:t> </a:t>
            </a:r>
            <a:r>
              <a:rPr lang="en-US" sz="2000" dirty="0" err="1"/>
              <a:t>trọng</a:t>
            </a:r>
            <a:endParaRPr lang="en-US" sz="2000" dirty="0"/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2052" name="Picture 4" descr="Book Review: Domain-Driven Design | by Matt Carroll | Medium">
            <a:extLst>
              <a:ext uri="{FF2B5EF4-FFF2-40B4-BE49-F238E27FC236}">
                <a16:creationId xmlns:a16="http://schemas.microsoft.com/office/drawing/2014/main" id="{FFA774C3-F524-4974-8BEE-C0A3072AB2D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04" r="4568"/>
          <a:stretch/>
        </p:blipFill>
        <p:spPr bwMode="auto">
          <a:xfrm>
            <a:off x="20" y="10"/>
            <a:ext cx="4635571" cy="6857990"/>
          </a:xfrm>
          <a:prstGeom prst="rect">
            <a:avLst/>
          </a:prstGeom>
          <a:noFill/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A7F400EE-A8A5-48AF-B4D6-291B52C6F0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080934" y="2115117"/>
            <a:ext cx="6309360" cy="0"/>
          </a:xfrm>
          <a:prstGeom prst="line">
            <a:avLst/>
          </a:prstGeom>
          <a:ln w="19050">
            <a:solidFill>
              <a:srgbClr val="03CAE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26004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09870-5D2D-421C-A12F-74500DB92A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5811838"/>
          </a:xfrm>
        </p:spPr>
        <p:txBody>
          <a:bodyPr/>
          <a:lstStyle/>
          <a:p>
            <a:pPr algn="ctr"/>
            <a:r>
              <a:rPr lang="en-US" b="1" dirty="0"/>
              <a:t>Strategic Design </a:t>
            </a:r>
          </a:p>
        </p:txBody>
      </p:sp>
    </p:spTree>
    <p:extLst>
      <p:ext uri="{BB962C8B-B14F-4D97-AF65-F5344CB8AC3E}">
        <p14:creationId xmlns:p14="http://schemas.microsoft.com/office/powerpoint/2010/main" val="1222381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2B566528-1B12-4246-9431-5C2D7D081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BBCD54A-5AE3-493B-8E8B-1C3F765D66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321734"/>
            <a:ext cx="10905066" cy="1135737"/>
          </a:xfrm>
        </p:spPr>
        <p:txBody>
          <a:bodyPr>
            <a:normAutofit/>
          </a:bodyPr>
          <a:lstStyle/>
          <a:p>
            <a:r>
              <a:rPr lang="en-US" sz="3600" dirty="0"/>
              <a:t>Ubiquitous Language - </a:t>
            </a:r>
            <a:r>
              <a:rPr lang="en-US" sz="3600" dirty="0" err="1"/>
              <a:t>Ngôn</a:t>
            </a:r>
            <a:r>
              <a:rPr lang="en-US" sz="3600" dirty="0"/>
              <a:t> </a:t>
            </a:r>
            <a:r>
              <a:rPr lang="en-US" sz="3600" dirty="0" err="1"/>
              <a:t>ngữ</a:t>
            </a:r>
            <a:r>
              <a:rPr lang="en-US" sz="3600" dirty="0"/>
              <a:t> </a:t>
            </a:r>
            <a:r>
              <a:rPr lang="en-US" sz="3600" dirty="0" err="1"/>
              <a:t>chung</a:t>
            </a:r>
            <a:endParaRPr lang="en-US" sz="3600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A888592-E7BC-47C4-9B12-1E120500AD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9" y="1782981"/>
            <a:ext cx="4008384" cy="4393982"/>
          </a:xfrm>
        </p:spPr>
        <p:txBody>
          <a:bodyPr>
            <a:normAutofit/>
          </a:bodyPr>
          <a:lstStyle/>
          <a:p>
            <a:r>
              <a:rPr lang="vi-VN" sz="2000" dirty="0"/>
              <a:t>Ngôn ngữ được sử dụng trong cả kĩ thuật lẫn trong nghiệp vụ</a:t>
            </a:r>
          </a:p>
          <a:p>
            <a:r>
              <a:rPr lang="vi-VN" sz="2000" dirty="0"/>
              <a:t>Được phản ánh trong code</a:t>
            </a:r>
          </a:p>
          <a:p>
            <a:r>
              <a:rPr lang="vi-VN" sz="2000" dirty="0"/>
              <a:t>Được phản ánh trong tất cả tính năng của hệ thống</a:t>
            </a:r>
            <a:endParaRPr lang="en-US" sz="2000" dirty="0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28A5161-06F1-46CF-8AD7-844680A59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601497"/>
            <a:ext cx="1014060" cy="2017580"/>
            <a:chOff x="0" y="4601497"/>
            <a:chExt cx="1014060" cy="2017580"/>
          </a:xfrm>
        </p:grpSpPr>
        <p:sp>
          <p:nvSpPr>
            <p:cNvPr id="14" name="Isosceles Triangle 13">
              <a:extLst>
                <a:ext uri="{FF2B5EF4-FFF2-40B4-BE49-F238E27FC236}">
                  <a16:creationId xmlns:a16="http://schemas.microsoft.com/office/drawing/2014/main" id="{D3F51FEB-38FB-4F6C-9F7B-2F2AFAB654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-501760" y="5103257"/>
              <a:ext cx="2017580" cy="1014060"/>
            </a:xfrm>
            <a:prstGeom prst="triangle">
              <a:avLst>
                <a:gd name="adj" fmla="val 50000"/>
              </a:avLst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1E547BA6-BAE0-43BB-A7CA-60F69CE252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427916" y="572870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1EDA647C-E6AB-4F43-8814-FA9B712FE2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3998" y="1782981"/>
            <a:ext cx="5815856" cy="4361892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5995D10D-E9C9-47DB-AE7E-801FEF38F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19290" y="1"/>
            <a:ext cx="972709" cy="1935307"/>
            <a:chOff x="10918968" y="713127"/>
            <a:chExt cx="1273032" cy="2532832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CC1A72C6-3DE4-4EC3-9AD5-9E0D40D8C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11052629" y="2120024"/>
              <a:ext cx="645368" cy="645368"/>
            </a:xfrm>
            <a:prstGeom prst="rect">
              <a:avLst/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Isosceles Triangle 18">
              <a:extLst>
                <a:ext uri="{FF2B5EF4-FFF2-40B4-BE49-F238E27FC236}">
                  <a16:creationId xmlns:a16="http://schemas.microsoft.com/office/drawing/2014/main" id="{0B0DA1F1-C391-4EDF-9FE0-23E86E137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289068" y="1343027"/>
              <a:ext cx="2532832" cy="1273032"/>
            </a:xfrm>
            <a:prstGeom prst="triangle">
              <a:avLst>
                <a:gd name="adj" fmla="val 50000"/>
              </a:avLst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4474391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Rectangle 70">
            <a:extLst>
              <a:ext uri="{FF2B5EF4-FFF2-40B4-BE49-F238E27FC236}">
                <a16:creationId xmlns:a16="http://schemas.microsoft.com/office/drawing/2014/main" id="{2B566528-1B12-4246-9431-5C2D7D0811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8323F3-CF4A-4A13-8D9D-42DD7E191C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3467" y="321734"/>
            <a:ext cx="10905066" cy="1135737"/>
          </a:xfrm>
        </p:spPr>
        <p:txBody>
          <a:bodyPr>
            <a:normAutofit/>
          </a:bodyPr>
          <a:lstStyle/>
          <a:p>
            <a:r>
              <a:rPr lang="en-US" sz="3600"/>
              <a:t>Bounded Context - ngữ cảnh giới hạn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4A951A6A-C1AA-4981-80C7-5D7B19953C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469" y="1782981"/>
            <a:ext cx="4008384" cy="4393982"/>
          </a:xfrm>
        </p:spPr>
        <p:txBody>
          <a:bodyPr>
            <a:normAutofit/>
          </a:bodyPr>
          <a:lstStyle/>
          <a:p>
            <a:r>
              <a:rPr lang="vi-VN" sz="2000" dirty="0"/>
              <a:t>Domain độc lập</a:t>
            </a:r>
          </a:p>
          <a:p>
            <a:r>
              <a:rPr lang="vi-VN" sz="2000" dirty="0"/>
              <a:t>Được kết nối với nhau thông qua Context Map</a:t>
            </a:r>
          </a:p>
          <a:p>
            <a:r>
              <a:rPr lang="vi-VN" sz="2000"/>
              <a:t>Phù </a:t>
            </a:r>
            <a:r>
              <a:rPr lang="vi-VN" sz="2000" dirty="0"/>
              <a:t>hợp để áp dụng cho microservice</a:t>
            </a:r>
            <a:endParaRPr lang="en-US" sz="2000" dirty="0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828A5161-06F1-46CF-8AD7-844680A59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4601497"/>
            <a:ext cx="1014060" cy="2017580"/>
            <a:chOff x="0" y="4601497"/>
            <a:chExt cx="1014060" cy="2017580"/>
          </a:xfrm>
        </p:grpSpPr>
        <p:sp>
          <p:nvSpPr>
            <p:cNvPr id="74" name="Isosceles Triangle 73">
              <a:extLst>
                <a:ext uri="{FF2B5EF4-FFF2-40B4-BE49-F238E27FC236}">
                  <a16:creationId xmlns:a16="http://schemas.microsoft.com/office/drawing/2014/main" id="{D3F51FEB-38FB-4F6C-9F7B-2F2AFAB6546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-501760" y="5103257"/>
              <a:ext cx="2017580" cy="1014060"/>
            </a:xfrm>
            <a:prstGeom prst="triangle">
              <a:avLst>
                <a:gd name="adj" fmla="val 50000"/>
              </a:avLst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1E547BA6-BAE0-43BB-A7CA-60F69CE252F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427916" y="5728708"/>
              <a:ext cx="485578" cy="485578"/>
            </a:xfrm>
            <a:prstGeom prst="rect">
              <a:avLst/>
            </a:prstGeom>
            <a:solidFill>
              <a:schemeClr val="accent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4098" name="Picture 2">
            <a:extLst>
              <a:ext uri="{FF2B5EF4-FFF2-40B4-BE49-F238E27FC236}">
                <a16:creationId xmlns:a16="http://schemas.microsoft.com/office/drawing/2014/main" id="{D6B402A3-E12D-4407-9F13-F3A2BBE2B3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295320" y="2275560"/>
            <a:ext cx="6253212" cy="33767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7" name="Group 76">
            <a:extLst>
              <a:ext uri="{FF2B5EF4-FFF2-40B4-BE49-F238E27FC236}">
                <a16:creationId xmlns:a16="http://schemas.microsoft.com/office/drawing/2014/main" id="{5995D10D-E9C9-47DB-AE7E-801FEF38F5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19290" y="1"/>
            <a:ext cx="972709" cy="1935307"/>
            <a:chOff x="10918968" y="713127"/>
            <a:chExt cx="1273032" cy="2532832"/>
          </a:xfrm>
        </p:grpSpPr>
        <p:sp>
          <p:nvSpPr>
            <p:cNvPr id="78" name="Rectangle 77">
              <a:extLst>
                <a:ext uri="{FF2B5EF4-FFF2-40B4-BE49-F238E27FC236}">
                  <a16:creationId xmlns:a16="http://schemas.microsoft.com/office/drawing/2014/main" id="{CC1A72C6-3DE4-4EC3-9AD5-9E0D40D8CE8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2700000">
              <a:off x="11052629" y="2120024"/>
              <a:ext cx="645368" cy="645368"/>
            </a:xfrm>
            <a:prstGeom prst="rect">
              <a:avLst/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Isosceles Triangle 78">
              <a:extLst>
                <a:ext uri="{FF2B5EF4-FFF2-40B4-BE49-F238E27FC236}">
                  <a16:creationId xmlns:a16="http://schemas.microsoft.com/office/drawing/2014/main" id="{0B0DA1F1-C391-4EDF-9FE0-23E86E1377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289068" y="1343027"/>
              <a:ext cx="2532832" cy="1273032"/>
            </a:xfrm>
            <a:prstGeom prst="triangle">
              <a:avLst>
                <a:gd name="adj" fmla="val 50000"/>
              </a:avLst>
            </a:prstGeom>
            <a:solidFill>
              <a:schemeClr val="accent4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6766286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165</TotalTime>
  <Words>134</Words>
  <Application>Microsoft Office PowerPoint</Application>
  <PresentationFormat>Widescreen</PresentationFormat>
  <Paragraphs>20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Calibri</vt:lpstr>
      <vt:lpstr>Calibri Light</vt:lpstr>
      <vt:lpstr>Office Theme</vt:lpstr>
      <vt:lpstr>Domain Driven Design</vt:lpstr>
      <vt:lpstr>Khó khăn gặp phải</vt:lpstr>
      <vt:lpstr>Domain Driven Design là gì</vt:lpstr>
      <vt:lpstr>Strategic Design </vt:lpstr>
      <vt:lpstr>Ubiquitous Language - Ngôn ngữ chung</vt:lpstr>
      <vt:lpstr>Bounded Context - ngữ cảnh giới hạn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Domain Driven Design</dc:title>
  <dc:creator>Thien Truong</dc:creator>
  <cp:lastModifiedBy>Thien Truong</cp:lastModifiedBy>
  <cp:revision>1</cp:revision>
  <dcterms:created xsi:type="dcterms:W3CDTF">2021-05-05T17:09:56Z</dcterms:created>
  <dcterms:modified xsi:type="dcterms:W3CDTF">2021-05-06T00:54:36Z</dcterms:modified>
</cp:coreProperties>
</file>