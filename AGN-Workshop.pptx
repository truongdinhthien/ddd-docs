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6" r:id="rId4"/>
    <p:sldId id="271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8" r:id="rId13"/>
    <p:sldId id="290" r:id="rId14"/>
    <p:sldId id="289" r:id="rId15"/>
    <p:sldId id="28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1996150-8B3B-4772-92F2-638427BA140D}">
          <p14:sldIdLst>
            <p14:sldId id="256"/>
          </p14:sldIdLst>
        </p14:section>
        <p14:section name="Introduction" id="{40C2C478-731A-41A8-B9E1-BEB6A8639C03}">
          <p14:sldIdLst>
            <p14:sldId id="257"/>
            <p14:sldId id="266"/>
            <p14:sldId id="271"/>
            <p14:sldId id="280"/>
            <p14:sldId id="281"/>
            <p14:sldId id="282"/>
            <p14:sldId id="283"/>
            <p14:sldId id="284"/>
            <p14:sldId id="285"/>
            <p14:sldId id="286"/>
            <p14:sldId id="288"/>
            <p14:sldId id="290"/>
            <p14:sldId id="289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41984-A49E-42ED-B67C-91D0347AF166}" v="12" dt="2021-05-06T18:11:05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23" autoAdjust="0"/>
    <p:restoredTop sz="94660"/>
  </p:normalViewPr>
  <p:slideViewPr>
    <p:cSldViewPr snapToGrid="0">
      <p:cViewPr varScale="1">
        <p:scale>
          <a:sx n="87" d="100"/>
          <a:sy n="87" d="100"/>
        </p:scale>
        <p:origin x="44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en Truong" userId="3ee5793a3bd81d5d" providerId="LiveId" clId="{65841984-A49E-42ED-B67C-91D0347AF166}"/>
    <pc:docChg chg="undo custSel addSld delSld modSld modSection">
      <pc:chgData name="Thien Truong" userId="3ee5793a3bd81d5d" providerId="LiveId" clId="{65841984-A49E-42ED-B67C-91D0347AF166}" dt="2021-05-06T19:06:16.078" v="1582" actId="20577"/>
      <pc:docMkLst>
        <pc:docMk/>
      </pc:docMkLst>
      <pc:sldChg chg="addSp modSp mod">
        <pc:chgData name="Thien Truong" userId="3ee5793a3bd81d5d" providerId="LiveId" clId="{65841984-A49E-42ED-B67C-91D0347AF166}" dt="2021-05-06T19:06:16.078" v="1582" actId="20577"/>
        <pc:sldMkLst>
          <pc:docMk/>
          <pc:sldMk cId="482337535" sldId="282"/>
        </pc:sldMkLst>
        <pc:spChg chg="mod">
          <ac:chgData name="Thien Truong" userId="3ee5793a3bd81d5d" providerId="LiveId" clId="{65841984-A49E-42ED-B67C-91D0347AF166}" dt="2021-05-06T19:06:16.078" v="1582" actId="20577"/>
          <ac:spMkLst>
            <pc:docMk/>
            <pc:sldMk cId="482337535" sldId="282"/>
            <ac:spMk id="40" creationId="{00000000-0000-0000-0000-000000000000}"/>
          </ac:spMkLst>
        </pc:spChg>
        <pc:picChg chg="add mod ord">
          <ac:chgData name="Thien Truong" userId="3ee5793a3bd81d5d" providerId="LiveId" clId="{65841984-A49E-42ED-B67C-91D0347AF166}" dt="2021-05-06T15:42:03.796" v="114" actId="167"/>
          <ac:picMkLst>
            <pc:docMk/>
            <pc:sldMk cId="482337535" sldId="282"/>
            <ac:picMk id="27" creationId="{A7A9F74E-FA6E-4C36-8DC8-DC002F8FFD5E}"/>
          </ac:picMkLst>
        </pc:picChg>
      </pc:sldChg>
      <pc:sldChg chg="modSp mod">
        <pc:chgData name="Thien Truong" userId="3ee5793a3bd81d5d" providerId="LiveId" clId="{65841984-A49E-42ED-B67C-91D0347AF166}" dt="2021-05-06T14:45:43.871" v="112" actId="20577"/>
        <pc:sldMkLst>
          <pc:docMk/>
          <pc:sldMk cId="815043811" sldId="285"/>
        </pc:sldMkLst>
        <pc:spChg chg="mod">
          <ac:chgData name="Thien Truong" userId="3ee5793a3bd81d5d" providerId="LiveId" clId="{65841984-A49E-42ED-B67C-91D0347AF166}" dt="2021-05-06T14:45:43.871" v="112" actId="20577"/>
          <ac:spMkLst>
            <pc:docMk/>
            <pc:sldMk cId="815043811" sldId="285"/>
            <ac:spMk id="39" creationId="{00000000-0000-0000-0000-000000000000}"/>
          </ac:spMkLst>
        </pc:spChg>
      </pc:sldChg>
      <pc:sldChg chg="modSp mod">
        <pc:chgData name="Thien Truong" userId="3ee5793a3bd81d5d" providerId="LiveId" clId="{65841984-A49E-42ED-B67C-91D0347AF166}" dt="2021-05-06T17:03:39.041" v="386" actId="20577"/>
        <pc:sldMkLst>
          <pc:docMk/>
          <pc:sldMk cId="2577447815" sldId="286"/>
        </pc:sldMkLst>
        <pc:spChg chg="mod">
          <ac:chgData name="Thien Truong" userId="3ee5793a3bd81d5d" providerId="LiveId" clId="{65841984-A49E-42ED-B67C-91D0347AF166}" dt="2021-05-06T15:57:04.020" v="137" actId="20577"/>
          <ac:spMkLst>
            <pc:docMk/>
            <pc:sldMk cId="2577447815" sldId="286"/>
            <ac:spMk id="5" creationId="{00000000-0000-0000-0000-000000000000}"/>
          </ac:spMkLst>
        </pc:spChg>
        <pc:spChg chg="mod">
          <ac:chgData name="Thien Truong" userId="3ee5793a3bd81d5d" providerId="LiveId" clId="{65841984-A49E-42ED-B67C-91D0347AF166}" dt="2021-05-06T17:03:39.041" v="386" actId="20577"/>
          <ac:spMkLst>
            <pc:docMk/>
            <pc:sldMk cId="2577447815" sldId="286"/>
            <ac:spMk id="39" creationId="{00000000-0000-0000-0000-000000000000}"/>
          </ac:spMkLst>
        </pc:spChg>
        <pc:picChg chg="mod">
          <ac:chgData name="Thien Truong" userId="3ee5793a3bd81d5d" providerId="LiveId" clId="{65841984-A49E-42ED-B67C-91D0347AF166}" dt="2021-05-06T15:48:33.568" v="119" actId="1076"/>
          <ac:picMkLst>
            <pc:docMk/>
            <pc:sldMk cId="2577447815" sldId="286"/>
            <ac:picMk id="2" creationId="{00000000-0000-0000-0000-000000000000}"/>
          </ac:picMkLst>
        </pc:picChg>
      </pc:sldChg>
      <pc:sldChg chg="modSp add del mod setBg">
        <pc:chgData name="Thien Truong" userId="3ee5793a3bd81d5d" providerId="LiveId" clId="{65841984-A49E-42ED-B67C-91D0347AF166}" dt="2021-05-06T17:04:35.253" v="392"/>
        <pc:sldMkLst>
          <pc:docMk/>
          <pc:sldMk cId="157716928" sldId="288"/>
        </pc:sldMkLst>
        <pc:picChg chg="mod">
          <ac:chgData name="Thien Truong" userId="3ee5793a3bd81d5d" providerId="LiveId" clId="{65841984-A49E-42ED-B67C-91D0347AF166}" dt="2021-05-06T17:04:34.851" v="391" actId="1076"/>
          <ac:picMkLst>
            <pc:docMk/>
            <pc:sldMk cId="157716928" sldId="288"/>
            <ac:picMk id="2" creationId="{00000000-0000-0000-0000-000000000000}"/>
          </ac:picMkLst>
        </pc:picChg>
      </pc:sldChg>
      <pc:sldChg chg="modSp add mod">
        <pc:chgData name="Thien Truong" userId="3ee5793a3bd81d5d" providerId="LiveId" clId="{65841984-A49E-42ED-B67C-91D0347AF166}" dt="2021-05-06T17:16:12.981" v="409" actId="1076"/>
        <pc:sldMkLst>
          <pc:docMk/>
          <pc:sldMk cId="1187407603" sldId="288"/>
        </pc:sldMkLst>
        <pc:spChg chg="mod">
          <ac:chgData name="Thien Truong" userId="3ee5793a3bd81d5d" providerId="LiveId" clId="{65841984-A49E-42ED-B67C-91D0347AF166}" dt="2021-05-06T17:11:18.653" v="408" actId="20577"/>
          <ac:spMkLst>
            <pc:docMk/>
            <pc:sldMk cId="1187407603" sldId="288"/>
            <ac:spMk id="39" creationId="{00000000-0000-0000-0000-000000000000}"/>
          </ac:spMkLst>
        </pc:spChg>
        <pc:picChg chg="mod">
          <ac:chgData name="Thien Truong" userId="3ee5793a3bd81d5d" providerId="LiveId" clId="{65841984-A49E-42ED-B67C-91D0347AF166}" dt="2021-05-06T17:16:12.981" v="409" actId="1076"/>
          <ac:picMkLst>
            <pc:docMk/>
            <pc:sldMk cId="1187407603" sldId="288"/>
            <ac:picMk id="2" creationId="{00000000-0000-0000-0000-000000000000}"/>
          </ac:picMkLst>
        </pc:picChg>
      </pc:sldChg>
      <pc:sldChg chg="add del setBg">
        <pc:chgData name="Thien Truong" userId="3ee5793a3bd81d5d" providerId="LiveId" clId="{65841984-A49E-42ED-B67C-91D0347AF166}" dt="2021-05-06T17:04:55.999" v="396"/>
        <pc:sldMkLst>
          <pc:docMk/>
          <pc:sldMk cId="2984130525" sldId="288"/>
        </pc:sldMkLst>
      </pc:sldChg>
      <pc:sldChg chg="new del">
        <pc:chgData name="Thien Truong" userId="3ee5793a3bd81d5d" providerId="LiveId" clId="{65841984-A49E-42ED-B67C-91D0347AF166}" dt="2021-05-06T17:04:50.414" v="394" actId="680"/>
        <pc:sldMkLst>
          <pc:docMk/>
          <pc:sldMk cId="3621923257" sldId="288"/>
        </pc:sldMkLst>
      </pc:sldChg>
      <pc:sldChg chg="modSp add mod">
        <pc:chgData name="Thien Truong" userId="3ee5793a3bd81d5d" providerId="LiveId" clId="{65841984-A49E-42ED-B67C-91D0347AF166}" dt="2021-05-06T19:03:32.582" v="1581" actId="20577"/>
        <pc:sldMkLst>
          <pc:docMk/>
          <pc:sldMk cId="2396973828" sldId="289"/>
        </pc:sldMkLst>
        <pc:spChg chg="mod">
          <ac:chgData name="Thien Truong" userId="3ee5793a3bd81d5d" providerId="LiveId" clId="{65841984-A49E-42ED-B67C-91D0347AF166}" dt="2021-05-06T17:37:11.765" v="458" actId="20577"/>
          <ac:spMkLst>
            <pc:docMk/>
            <pc:sldMk cId="2396973828" sldId="289"/>
            <ac:spMk id="5" creationId="{00000000-0000-0000-0000-000000000000}"/>
          </ac:spMkLst>
        </pc:spChg>
        <pc:spChg chg="mod">
          <ac:chgData name="Thien Truong" userId="3ee5793a3bd81d5d" providerId="LiveId" clId="{65841984-A49E-42ED-B67C-91D0347AF166}" dt="2021-05-06T19:03:32.582" v="1581" actId="20577"/>
          <ac:spMkLst>
            <pc:docMk/>
            <pc:sldMk cId="2396973828" sldId="289"/>
            <ac:spMk id="39" creationId="{00000000-0000-0000-0000-000000000000}"/>
          </ac:spMkLst>
        </pc:spChg>
      </pc:sldChg>
      <pc:sldChg chg="addSp delSp modSp add mod">
        <pc:chgData name="Thien Truong" userId="3ee5793a3bd81d5d" providerId="LiveId" clId="{65841984-A49E-42ED-B67C-91D0347AF166}" dt="2021-05-06T18:57:09.004" v="1536" actId="1076"/>
        <pc:sldMkLst>
          <pc:docMk/>
          <pc:sldMk cId="3383087945" sldId="290"/>
        </pc:sldMkLst>
        <pc:spChg chg="add mod">
          <ac:chgData name="Thien Truong" userId="3ee5793a3bd81d5d" providerId="LiveId" clId="{65841984-A49E-42ED-B67C-91D0347AF166}" dt="2021-05-06T18:11:05.906" v="824" actId="164"/>
          <ac:spMkLst>
            <pc:docMk/>
            <pc:sldMk cId="3383087945" sldId="290"/>
            <ac:spMk id="4" creationId="{318EACE8-AE3C-47F8-8B22-873B4C57DE44}"/>
          </ac:spMkLst>
        </pc:spChg>
        <pc:spChg chg="mod">
          <ac:chgData name="Thien Truong" userId="3ee5793a3bd81d5d" providerId="LiveId" clId="{65841984-A49E-42ED-B67C-91D0347AF166}" dt="2021-05-06T17:46:27.693" v="660" actId="20577"/>
          <ac:spMkLst>
            <pc:docMk/>
            <pc:sldMk cId="3383087945" sldId="290"/>
            <ac:spMk id="5" creationId="{00000000-0000-0000-0000-000000000000}"/>
          </ac:spMkLst>
        </pc:spChg>
        <pc:spChg chg="add mod">
          <ac:chgData name="Thien Truong" userId="3ee5793a3bd81d5d" providerId="LiveId" clId="{65841984-A49E-42ED-B67C-91D0347AF166}" dt="2021-05-06T18:11:05.906" v="824" actId="164"/>
          <ac:spMkLst>
            <pc:docMk/>
            <pc:sldMk cId="3383087945" sldId="290"/>
            <ac:spMk id="7" creationId="{8E992718-C0FA-4A6B-81F0-8B54B824725E}"/>
          </ac:spMkLst>
        </pc:spChg>
        <pc:spChg chg="add mod">
          <ac:chgData name="Thien Truong" userId="3ee5793a3bd81d5d" providerId="LiveId" clId="{65841984-A49E-42ED-B67C-91D0347AF166}" dt="2021-05-06T18:11:05.906" v="824" actId="164"/>
          <ac:spMkLst>
            <pc:docMk/>
            <pc:sldMk cId="3383087945" sldId="290"/>
            <ac:spMk id="8" creationId="{933EECC2-3FD8-49BA-8AC9-11C9E5FF8653}"/>
          </ac:spMkLst>
        </pc:spChg>
        <pc:spChg chg="add del mod">
          <ac:chgData name="Thien Truong" userId="3ee5793a3bd81d5d" providerId="LiveId" clId="{65841984-A49E-42ED-B67C-91D0347AF166}" dt="2021-05-06T18:07:53.914" v="791" actId="478"/>
          <ac:spMkLst>
            <pc:docMk/>
            <pc:sldMk cId="3383087945" sldId="290"/>
            <ac:spMk id="9" creationId="{FADC75EC-F9D4-4ED3-9397-E21BED74A416}"/>
          </ac:spMkLst>
        </pc:spChg>
        <pc:spChg chg="add del mod">
          <ac:chgData name="Thien Truong" userId="3ee5793a3bd81d5d" providerId="LiveId" clId="{65841984-A49E-42ED-B67C-91D0347AF166}" dt="2021-05-06T18:08:42.376" v="798" actId="767"/>
          <ac:spMkLst>
            <pc:docMk/>
            <pc:sldMk cId="3383087945" sldId="290"/>
            <ac:spMk id="25" creationId="{957045E0-F179-4864-82A7-29DD6398D4AC}"/>
          </ac:spMkLst>
        </pc:spChg>
        <pc:spChg chg="add mod">
          <ac:chgData name="Thien Truong" userId="3ee5793a3bd81d5d" providerId="LiveId" clId="{65841984-A49E-42ED-B67C-91D0347AF166}" dt="2021-05-06T18:57:09.004" v="1536" actId="1076"/>
          <ac:spMkLst>
            <pc:docMk/>
            <pc:sldMk cId="3383087945" sldId="290"/>
            <ac:spMk id="27" creationId="{B7892948-2745-487C-8C1C-41C497B76914}"/>
          </ac:spMkLst>
        </pc:spChg>
        <pc:spChg chg="del mod">
          <ac:chgData name="Thien Truong" userId="3ee5793a3bd81d5d" providerId="LiveId" clId="{65841984-A49E-42ED-B67C-91D0347AF166}" dt="2021-05-06T17:48:33.134" v="663" actId="478"/>
          <ac:spMkLst>
            <pc:docMk/>
            <pc:sldMk cId="3383087945" sldId="290"/>
            <ac:spMk id="39" creationId="{00000000-0000-0000-0000-000000000000}"/>
          </ac:spMkLst>
        </pc:spChg>
        <pc:grpChg chg="add mod">
          <ac:chgData name="Thien Truong" userId="3ee5793a3bd81d5d" providerId="LiveId" clId="{65841984-A49E-42ED-B67C-91D0347AF166}" dt="2021-05-06T18:11:54.716" v="827" actId="1076"/>
          <ac:grpSpMkLst>
            <pc:docMk/>
            <pc:sldMk cId="3383087945" sldId="290"/>
            <ac:grpSpMk id="26" creationId="{BAFAB07F-E435-4403-8E62-A20EBA17DBBD}"/>
          </ac:grpSpMkLst>
        </pc:grpChg>
        <pc:picChg chg="mod">
          <ac:chgData name="Thien Truong" userId="3ee5793a3bd81d5d" providerId="LiveId" clId="{65841984-A49E-42ED-B67C-91D0347AF166}" dt="2021-05-06T18:11:08.082" v="826" actId="1076"/>
          <ac:picMkLst>
            <pc:docMk/>
            <pc:sldMk cId="3383087945" sldId="290"/>
            <ac:picMk id="2" creationId="{00000000-0000-0000-0000-000000000000}"/>
          </ac:picMkLst>
        </pc:picChg>
        <pc:cxnChg chg="add del">
          <ac:chgData name="Thien Truong" userId="3ee5793a3bd81d5d" providerId="LiveId" clId="{65841984-A49E-42ED-B67C-91D0347AF166}" dt="2021-05-06T18:06:57.498" v="783" actId="478"/>
          <ac:cxnSpMkLst>
            <pc:docMk/>
            <pc:sldMk cId="3383087945" sldId="290"/>
            <ac:cxnSpMk id="10" creationId="{022A63FF-78EC-4E86-A28D-FA799225BEC0}"/>
          </ac:cxnSpMkLst>
        </pc:cxnChg>
        <pc:cxnChg chg="add mod">
          <ac:chgData name="Thien Truong" userId="3ee5793a3bd81d5d" providerId="LiveId" clId="{65841984-A49E-42ED-B67C-91D0347AF166}" dt="2021-05-06T18:11:05.906" v="824" actId="164"/>
          <ac:cxnSpMkLst>
            <pc:docMk/>
            <pc:sldMk cId="3383087945" sldId="290"/>
            <ac:cxnSpMk id="12" creationId="{0EE7B910-B163-4033-BC56-A471CF0C2E63}"/>
          </ac:cxnSpMkLst>
        </pc:cxnChg>
        <pc:cxnChg chg="add mod">
          <ac:chgData name="Thien Truong" userId="3ee5793a3bd81d5d" providerId="LiveId" clId="{65841984-A49E-42ED-B67C-91D0347AF166}" dt="2021-05-06T18:11:05.906" v="824" actId="164"/>
          <ac:cxnSpMkLst>
            <pc:docMk/>
            <pc:sldMk cId="3383087945" sldId="290"/>
            <ac:cxnSpMk id="14" creationId="{244F54A9-D3D4-4F04-91BC-A4A381CD624C}"/>
          </ac:cxnSpMkLst>
        </pc:cxnChg>
        <pc:cxnChg chg="add mod">
          <ac:chgData name="Thien Truong" userId="3ee5793a3bd81d5d" providerId="LiveId" clId="{65841984-A49E-42ED-B67C-91D0347AF166}" dt="2021-05-06T18:11:05.906" v="824" actId="164"/>
          <ac:cxnSpMkLst>
            <pc:docMk/>
            <pc:sldMk cId="3383087945" sldId="290"/>
            <ac:cxnSpMk id="16" creationId="{145A061C-00BB-485D-8702-782DA9E7FB94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DE46DE3-A3A1-4224-86CE-5B00EEF3C117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EE58A143-5D23-4555-83A3-1B7EFA37137E}" type="pres">
      <dgm:prSet presAssocID="{8DE46DE3-A3A1-4224-86CE-5B00EEF3C117}" presName="Name0" presStyleCnt="0">
        <dgm:presLayoutVars>
          <dgm:dir/>
          <dgm:resizeHandles val="exact"/>
        </dgm:presLayoutVars>
      </dgm:prSet>
      <dgm:spPr/>
    </dgm:pt>
  </dgm:ptLst>
  <dgm:cxnLst>
    <dgm:cxn modelId="{FD26A3A8-34F9-4AF4-9EA6-D585B8D0DD31}" type="presOf" srcId="{8DE46DE3-A3A1-4224-86CE-5B00EEF3C117}" destId="{EE58A143-5D23-4555-83A3-1B7EFA37137E}" srcOrd="0" destOrd="0" presId="urn:microsoft.com/office/officeart/2005/8/layout/hChevron3"/>
  </dgm:cxnLst>
  <dgm:bg>
    <a:gradFill>
      <a:gsLst>
        <a:gs pos="0">
          <a:srgbClr val="002060"/>
        </a:gs>
        <a:gs pos="0">
          <a:srgbClr val="002060"/>
        </a:gs>
        <a:gs pos="58000">
          <a:srgbClr val="C00000"/>
        </a:gs>
      </a:gsLst>
      <a:lin ang="0" scaled="0"/>
    </a:gradFill>
  </dgm:bg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microsoft.com/office/2007/relationships/hdphoto" Target="../media/hdphoto1.wdp"/><Relationship Id="rId7" Type="http://schemas.openxmlformats.org/officeDocument/2006/relationships/diagramLayout" Target="../diagrams/layou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11" Type="http://schemas.openxmlformats.org/officeDocument/2006/relationships/image" Target="../media/image4.png"/><Relationship Id="rId5" Type="http://schemas.microsoft.com/office/2007/relationships/hdphoto" Target="../media/hdphoto2.wdp"/><Relationship Id="rId10" Type="http://schemas.microsoft.com/office/2007/relationships/diagramDrawing" Target="../diagrams/drawing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microsoft.com/office/2007/relationships/hdphoto" Target="../media/hdphoto1.wdp"/><Relationship Id="rId7" Type="http://schemas.openxmlformats.org/officeDocument/2006/relationships/diagramLayout" Target="../diagrams/layou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11" Type="http://schemas.openxmlformats.org/officeDocument/2006/relationships/image" Target="../media/image5.jpeg"/><Relationship Id="rId5" Type="http://schemas.microsoft.com/office/2007/relationships/hdphoto" Target="../media/hdphoto2.wdp"/><Relationship Id="rId10" Type="http://schemas.microsoft.com/office/2007/relationships/diagramDrawing" Target="../diagrams/drawing2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microsoft.com/office/2007/relationships/hdphoto" Target="../media/hdphoto1.wdp"/><Relationship Id="rId7" Type="http://schemas.openxmlformats.org/officeDocument/2006/relationships/diagramLayout" Target="../diagrams/layou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3.xml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0" Type="http://schemas.microsoft.com/office/2007/relationships/diagramDrawing" Target="../diagrams/drawing3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microsoft.com/office/2007/relationships/hdphoto" Target="../media/hdphoto1.wdp"/><Relationship Id="rId7" Type="http://schemas.openxmlformats.org/officeDocument/2006/relationships/diagramLayout" Target="../diagrams/layou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4.xml"/><Relationship Id="rId11" Type="http://schemas.openxmlformats.org/officeDocument/2006/relationships/image" Target="../media/image7.gif"/><Relationship Id="rId5" Type="http://schemas.microsoft.com/office/2007/relationships/hdphoto" Target="../media/hdphoto2.wdp"/><Relationship Id="rId10" Type="http://schemas.microsoft.com/office/2007/relationships/diagramDrawing" Target="../diagrams/drawing4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microsoft.com/office/2007/relationships/hdphoto" Target="../media/hdphoto1.wdp"/><Relationship Id="rId7" Type="http://schemas.openxmlformats.org/officeDocument/2006/relationships/diagramLayout" Target="../diagrams/layout5.xml"/><Relationship Id="rId12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5.xml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0" Type="http://schemas.microsoft.com/office/2007/relationships/diagramDrawing" Target="../diagrams/drawing5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microsoft.com/office/2007/relationships/hdphoto" Target="../media/hdphoto1.wdp"/><Relationship Id="rId7" Type="http://schemas.openxmlformats.org/officeDocument/2006/relationships/diagramLayout" Target="../diagrams/layout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6.xml"/><Relationship Id="rId5" Type="http://schemas.microsoft.com/office/2007/relationships/hdphoto" Target="../media/hdphoto2.wdp"/><Relationship Id="rId10" Type="http://schemas.microsoft.com/office/2007/relationships/diagramDrawing" Target="../diagrams/drawing6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7.xml"/><Relationship Id="rId3" Type="http://schemas.microsoft.com/office/2007/relationships/hdphoto" Target="../media/hdphoto1.wdp"/><Relationship Id="rId7" Type="http://schemas.openxmlformats.org/officeDocument/2006/relationships/diagramLayout" Target="../diagrams/layout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7.xml"/><Relationship Id="rId11" Type="http://schemas.openxmlformats.org/officeDocument/2006/relationships/image" Target="../media/image10.png"/><Relationship Id="rId5" Type="http://schemas.microsoft.com/office/2007/relationships/hdphoto" Target="../media/hdphoto2.wdp"/><Relationship Id="rId10" Type="http://schemas.microsoft.com/office/2007/relationships/diagramDrawing" Target="../diagrams/drawing7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8.xml"/><Relationship Id="rId3" Type="http://schemas.microsoft.com/office/2007/relationships/hdphoto" Target="../media/hdphoto1.wdp"/><Relationship Id="rId7" Type="http://schemas.openxmlformats.org/officeDocument/2006/relationships/diagramLayout" Target="../diagrams/layout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8.xml"/><Relationship Id="rId5" Type="http://schemas.microsoft.com/office/2007/relationships/hdphoto" Target="../media/hdphoto2.wdp"/><Relationship Id="rId10" Type="http://schemas.microsoft.com/office/2007/relationships/diagramDrawing" Target="../diagrams/drawing8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9.xml"/><Relationship Id="rId3" Type="http://schemas.microsoft.com/office/2007/relationships/hdphoto" Target="../media/hdphoto1.wdp"/><Relationship Id="rId7" Type="http://schemas.openxmlformats.org/officeDocument/2006/relationships/diagramLayout" Target="../diagrams/layout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9.xml"/><Relationship Id="rId5" Type="http://schemas.microsoft.com/office/2007/relationships/hdphoto" Target="../media/hdphoto2.wdp"/><Relationship Id="rId10" Type="http://schemas.microsoft.com/office/2007/relationships/diagramDrawing" Target="../diagrams/drawing9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0.xml"/><Relationship Id="rId3" Type="http://schemas.microsoft.com/office/2007/relationships/hdphoto" Target="../media/hdphoto1.wdp"/><Relationship Id="rId7" Type="http://schemas.openxmlformats.org/officeDocument/2006/relationships/diagramLayout" Target="../diagrams/layout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0.xml"/><Relationship Id="rId5" Type="http://schemas.microsoft.com/office/2007/relationships/hdphoto" Target="../media/hdphoto2.wdp"/><Relationship Id="rId10" Type="http://schemas.microsoft.com/office/2007/relationships/diagramDrawing" Target="../diagrams/drawing10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1.xml"/><Relationship Id="rId3" Type="http://schemas.microsoft.com/office/2007/relationships/hdphoto" Target="../media/hdphoto1.wdp"/><Relationship Id="rId7" Type="http://schemas.openxmlformats.org/officeDocument/2006/relationships/diagramLayout" Target="../diagrams/layout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1.xml"/><Relationship Id="rId5" Type="http://schemas.microsoft.com/office/2007/relationships/hdphoto" Target="../media/hdphoto2.wdp"/><Relationship Id="rId10" Type="http://schemas.microsoft.com/office/2007/relationships/diagramDrawing" Target="../diagrams/drawing1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2.xml"/><Relationship Id="rId3" Type="http://schemas.microsoft.com/office/2007/relationships/hdphoto" Target="../media/hdphoto1.wdp"/><Relationship Id="rId7" Type="http://schemas.openxmlformats.org/officeDocument/2006/relationships/diagramLayout" Target="../diagrams/layout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2.xml"/><Relationship Id="rId5" Type="http://schemas.microsoft.com/office/2007/relationships/hdphoto" Target="../media/hdphoto2.wdp"/><Relationship Id="rId10" Type="http://schemas.microsoft.com/office/2007/relationships/diagramDrawing" Target="../diagrams/drawing12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3.xml"/><Relationship Id="rId3" Type="http://schemas.microsoft.com/office/2007/relationships/hdphoto" Target="../media/hdphoto1.wdp"/><Relationship Id="rId7" Type="http://schemas.openxmlformats.org/officeDocument/2006/relationships/diagramLayout" Target="../diagrams/layout1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3.xml"/><Relationship Id="rId5" Type="http://schemas.microsoft.com/office/2007/relationships/hdphoto" Target="../media/hdphoto2.wdp"/><Relationship Id="rId10" Type="http://schemas.microsoft.com/office/2007/relationships/diagramDrawing" Target="../diagrams/drawing13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3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2060"/>
            </a:gs>
            <a:gs pos="0">
              <a:srgbClr val="002060"/>
            </a:gs>
            <a:gs pos="58000">
              <a:srgbClr val="C0000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8651" y="666384"/>
            <a:ext cx="10324535" cy="5495265"/>
          </a:xfr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driven design</a:t>
            </a:r>
            <a:b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cap="non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Tackling complexity in the heart of software</a:t>
            </a:r>
            <a:b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643" y="366346"/>
            <a:ext cx="743997" cy="7439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92324" y="5652828"/>
            <a:ext cx="185820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September</a:t>
            </a:r>
            <a:r>
              <a:rPr lang="en-US" i="1" dirty="0">
                <a:solidFill>
                  <a:schemeClr val="bg1"/>
                </a:solidFill>
              </a:rPr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306831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57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941100" y="138387"/>
            <a:ext cx="10292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khăn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6" name="Rectangle 5"/>
          <p:cNvSpPr/>
          <p:nvPr/>
        </p:nvSpPr>
        <p:spPr>
          <a:xfrm>
            <a:off x="956603" y="928468"/>
            <a:ext cx="993179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database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C00000"/>
              </a:buClr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10" descr="What is the Big Ball of Mud Anti-Pattern?"/>
          <p:cNvSpPr>
            <a:spLocks noChangeAspect="1" noChangeArrowheads="1"/>
          </p:cNvSpPr>
          <p:nvPr/>
        </p:nvSpPr>
        <p:spPr bwMode="auto">
          <a:xfrm>
            <a:off x="241775" y="113733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9681" y="2654384"/>
            <a:ext cx="6505634" cy="374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53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397" y="-14065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05968" y="151450"/>
            <a:ext cx="10292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Driven Design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gì</a:t>
            </a:r>
            <a:endParaRPr lang="en-US" sz="3600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1859" y="956603"/>
            <a:ext cx="99317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 descr="Domain Driven Design Tools - Custom software development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24" t="3999" r="11284" b="2691"/>
          <a:stretch/>
        </p:blipFill>
        <p:spPr bwMode="auto">
          <a:xfrm>
            <a:off x="801859" y="1418268"/>
            <a:ext cx="3110593" cy="424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4881747" y="1418268"/>
            <a:ext cx="692156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mềm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(domain)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domain model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cường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developers )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chuyên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domain expert 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C00000"/>
              </a:buClr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30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23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32093" y="177576"/>
            <a:ext cx="102929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Stragetic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Design</a:t>
            </a:r>
          </a:p>
        </p:txBody>
      </p:sp>
      <p:pic>
        <p:nvPicPr>
          <p:cNvPr id="2050" name="Picture 2" descr="https://ilegra.com/wp-content/uploads/2021/03/imagem1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447" y="1458232"/>
            <a:ext cx="80962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70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23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05394" y="177576"/>
            <a:ext cx="1063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Ubiquitous Language -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Ngôn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endParaRPr lang="en-US" sz="3600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5394" y="1001483"/>
            <a:ext cx="52968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vi-V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Ngôn ngữ được sử dụng trong cả kĩ thuật lẫn trong nghiệp vụ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vi-V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 phản ánh trong code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vi-V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 phản ánh trong tất cả tính năng của hệ thống</a:t>
            </a:r>
          </a:p>
        </p:txBody>
      </p:sp>
      <p:pic>
        <p:nvPicPr>
          <p:cNvPr id="7" name="Picture 4" descr="Strategic Domain Driven Design with Context Mappi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309" y="1001483"/>
            <a:ext cx="4257675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791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23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535576" y="242891"/>
            <a:ext cx="109466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Bounded Context -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cảnh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endParaRPr lang="en-US" sz="3600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4293" y="1087232"/>
            <a:ext cx="99317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 context map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khai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microservice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4" descr="Bounded Context Example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93" y="2924375"/>
            <a:ext cx="461010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Microservices, bounded context, cohesion. What do they have in common? |  Hacker Noon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059" y="3122385"/>
            <a:ext cx="5246192" cy="2103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81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A7A9F74E-FA6E-4C36-8DC8-DC002F8FFD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23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1301938" y="293971"/>
            <a:ext cx="33767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Space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6152265" y="293971"/>
            <a:ext cx="19866" cy="6080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45709" y="293971"/>
            <a:ext cx="33767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Space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73161" y="1234273"/>
            <a:ext cx="5589243" cy="1885434"/>
            <a:chOff x="232298" y="1498600"/>
            <a:chExt cx="5589243" cy="1885434"/>
          </a:xfrm>
        </p:grpSpPr>
        <p:sp>
          <p:nvSpPr>
            <p:cNvPr id="15" name="Rectangle 14"/>
            <p:cNvSpPr/>
            <p:nvPr/>
          </p:nvSpPr>
          <p:spPr>
            <a:xfrm>
              <a:off x="2163941" y="1498600"/>
              <a:ext cx="1600200" cy="723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Domain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163941" y="2660134"/>
              <a:ext cx="1600200" cy="723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Subdomain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221341" y="2660134"/>
              <a:ext cx="1600200" cy="723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Subdomain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32298" y="2660134"/>
              <a:ext cx="1600200" cy="723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Subdomain</a:t>
              </a:r>
            </a:p>
          </p:txBody>
        </p:sp>
        <p:cxnSp>
          <p:nvCxnSpPr>
            <p:cNvPr id="19" name="Straight Arrow Connector 18"/>
            <p:cNvCxnSpPr>
              <a:stCxn id="15" idx="2"/>
              <a:endCxn id="16" idx="0"/>
            </p:cNvCxnSpPr>
            <p:nvPr/>
          </p:nvCxnSpPr>
          <p:spPr>
            <a:xfrm>
              <a:off x="2964041" y="2222500"/>
              <a:ext cx="0" cy="4376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5" idx="1"/>
              <a:endCxn id="18" idx="0"/>
            </p:cNvCxnSpPr>
            <p:nvPr/>
          </p:nvCxnSpPr>
          <p:spPr>
            <a:xfrm flipH="1">
              <a:off x="1032398" y="1860550"/>
              <a:ext cx="1131543" cy="799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5" idx="3"/>
              <a:endCxn id="17" idx="0"/>
            </p:cNvCxnSpPr>
            <p:nvPr/>
          </p:nvCxnSpPr>
          <p:spPr>
            <a:xfrm>
              <a:off x="3764141" y="1860550"/>
              <a:ext cx="1257300" cy="799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2" name="Flowchart: Process 21"/>
          <p:cNvSpPr/>
          <p:nvPr/>
        </p:nvSpPr>
        <p:spPr>
          <a:xfrm>
            <a:off x="8178765" y="1057536"/>
            <a:ext cx="2006600" cy="5397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Domain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20801" y="2110712"/>
            <a:ext cx="4722528" cy="3888098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Process 23"/>
          <p:cNvSpPr/>
          <p:nvPr/>
        </p:nvSpPr>
        <p:spPr>
          <a:xfrm>
            <a:off x="7080986" y="2845421"/>
            <a:ext cx="1967166" cy="12491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Bounded Context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Ubiquitous Language</a:t>
            </a:r>
          </a:p>
        </p:txBody>
      </p:sp>
      <p:sp>
        <p:nvSpPr>
          <p:cNvPr id="28" name="Flowchart: Process 27"/>
          <p:cNvSpPr/>
          <p:nvPr/>
        </p:nvSpPr>
        <p:spPr>
          <a:xfrm>
            <a:off x="9383751" y="2840364"/>
            <a:ext cx="1967166" cy="12491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Bounded Context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Ubiquitous Language</a:t>
            </a:r>
          </a:p>
        </p:txBody>
      </p:sp>
      <p:sp>
        <p:nvSpPr>
          <p:cNvPr id="29" name="Flowchart: Process 28"/>
          <p:cNvSpPr/>
          <p:nvPr/>
        </p:nvSpPr>
        <p:spPr>
          <a:xfrm>
            <a:off x="9383751" y="4485857"/>
            <a:ext cx="1967166" cy="12491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Bounded Context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Ubiquitous Language</a:t>
            </a:r>
          </a:p>
        </p:txBody>
      </p:sp>
      <p:sp>
        <p:nvSpPr>
          <p:cNvPr id="30" name="Flowchart: Process 29"/>
          <p:cNvSpPr/>
          <p:nvPr/>
        </p:nvSpPr>
        <p:spPr>
          <a:xfrm>
            <a:off x="7080986" y="4488681"/>
            <a:ext cx="1967166" cy="12491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Bounded Context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Ubiquitous Language</a:t>
            </a:r>
          </a:p>
        </p:txBody>
      </p:sp>
      <p:cxnSp>
        <p:nvCxnSpPr>
          <p:cNvPr id="32" name="Straight Connector 31"/>
          <p:cNvCxnSpPr>
            <a:stCxn id="24" idx="2"/>
            <a:endCxn id="30" idx="0"/>
          </p:cNvCxnSpPr>
          <p:nvPr/>
        </p:nvCxnSpPr>
        <p:spPr>
          <a:xfrm>
            <a:off x="8064569" y="4094571"/>
            <a:ext cx="0" cy="394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4" idx="3"/>
            <a:endCxn id="28" idx="1"/>
          </p:cNvCxnSpPr>
          <p:nvPr/>
        </p:nvCxnSpPr>
        <p:spPr>
          <a:xfrm flipV="1">
            <a:off x="9048152" y="3464939"/>
            <a:ext cx="335599" cy="50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9048152" y="4089514"/>
            <a:ext cx="335599" cy="396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8" idx="2"/>
            <a:endCxn id="29" idx="0"/>
          </p:cNvCxnSpPr>
          <p:nvPr/>
        </p:nvCxnSpPr>
        <p:spPr>
          <a:xfrm>
            <a:off x="10367334" y="4089514"/>
            <a:ext cx="0" cy="3963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417064" y="6115554"/>
            <a:ext cx="55977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Context Map </a:t>
            </a:r>
            <a:r>
              <a:rPr lang="en-US" sz="1600" dirty="0"/>
              <a:t>:  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Bản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chất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của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các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quan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hệ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Bounded Contexts</a:t>
            </a:r>
          </a:p>
        </p:txBody>
      </p:sp>
      <p:cxnSp>
        <p:nvCxnSpPr>
          <p:cNvPr id="42" name="Straight Arrow Connector 41"/>
          <p:cNvCxnSpPr>
            <a:stCxn id="22" idx="2"/>
            <a:endCxn id="23" idx="0"/>
          </p:cNvCxnSpPr>
          <p:nvPr/>
        </p:nvCxnSpPr>
        <p:spPr>
          <a:xfrm>
            <a:off x="9182065" y="1597286"/>
            <a:ext cx="0" cy="513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435707" y="2227994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Context map</a:t>
            </a:r>
          </a:p>
        </p:txBody>
      </p:sp>
    </p:spTree>
    <p:extLst>
      <p:ext uri="{BB962C8B-B14F-4D97-AF65-F5344CB8AC3E}">
        <p14:creationId xmlns:p14="http://schemas.microsoft.com/office/powerpoint/2010/main" val="482337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23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05394" y="177576"/>
            <a:ext cx="1063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Tactical Design</a:t>
            </a:r>
          </a:p>
        </p:txBody>
      </p:sp>
      <p:pic>
        <p:nvPicPr>
          <p:cNvPr id="37" name="Picture 2" descr="Domain driven design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081" y="1253331"/>
            <a:ext cx="603979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9899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09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05394" y="177576"/>
            <a:ext cx="1063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–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endParaRPr lang="en-US" sz="3600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83622" y="950463"/>
            <a:ext cx="106549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logic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nhắc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Entity</a:t>
            </a:r>
          </a:p>
        </p:txBody>
      </p:sp>
    </p:spTree>
    <p:extLst>
      <p:ext uri="{BB962C8B-B14F-4D97-AF65-F5344CB8AC3E}">
        <p14:creationId xmlns:p14="http://schemas.microsoft.com/office/powerpoint/2010/main" val="36656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23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05394" y="177576"/>
            <a:ext cx="1063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Object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622" y="950463"/>
            <a:ext cx="106549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object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 Immutable )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vi-V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 các thuộc tính đều có cùng giá trị thì là các object như nhau.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043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23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719630393"/>
              </p:ext>
            </p:extLst>
          </p:nvPr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05394" y="177576"/>
            <a:ext cx="1063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622" y="950463"/>
            <a:ext cx="106549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 Aggregate Root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behavior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entity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447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46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/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05394" y="177576"/>
            <a:ext cx="1063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622" y="950463"/>
            <a:ext cx="106549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qua Aggregate Root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behaviors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entity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407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46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/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05394" y="177576"/>
            <a:ext cx="1063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Layered Architecture –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endParaRPr lang="en-US" sz="3600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AFAB07F-E435-4403-8E62-A20EBA17DBBD}"/>
              </a:ext>
            </a:extLst>
          </p:cNvPr>
          <p:cNvGrpSpPr/>
          <p:nvPr/>
        </p:nvGrpSpPr>
        <p:grpSpPr>
          <a:xfrm>
            <a:off x="980669" y="1405107"/>
            <a:ext cx="3393086" cy="4613323"/>
            <a:chOff x="1261943" y="1406770"/>
            <a:chExt cx="3393086" cy="4613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8EACE8-AE3C-47F8-8B22-873B4C57DE44}"/>
                </a:ext>
              </a:extLst>
            </p:cNvPr>
            <p:cNvSpPr/>
            <p:nvPr/>
          </p:nvSpPr>
          <p:spPr>
            <a:xfrm>
              <a:off x="1269046" y="1406770"/>
              <a:ext cx="1881554" cy="96715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992718-C0FA-4A6B-81F0-8B54B824725E}"/>
                </a:ext>
              </a:extLst>
            </p:cNvPr>
            <p:cNvSpPr/>
            <p:nvPr/>
          </p:nvSpPr>
          <p:spPr>
            <a:xfrm>
              <a:off x="2773475" y="3229854"/>
              <a:ext cx="1881554" cy="96715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Domain Model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3EECC2-3FD8-49BA-8AC9-11C9E5FF8653}"/>
                </a:ext>
              </a:extLst>
            </p:cNvPr>
            <p:cNvSpPr/>
            <p:nvPr/>
          </p:nvSpPr>
          <p:spPr>
            <a:xfrm>
              <a:off x="1261943" y="5052939"/>
              <a:ext cx="1881554" cy="967154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Infrastructure Layer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EE7B910-B163-4033-BC56-A471CF0C2E63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>
              <a:off x="2209823" y="2373924"/>
              <a:ext cx="1504429" cy="8559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44F54A9-D3D4-4F04-91BC-A4A381CD624C}"/>
                </a:ext>
              </a:extLst>
            </p:cNvPr>
            <p:cNvCxnSpPr>
              <a:stCxn id="8" idx="0"/>
              <a:endCxn id="7" idx="2"/>
            </p:cNvCxnSpPr>
            <p:nvPr/>
          </p:nvCxnSpPr>
          <p:spPr>
            <a:xfrm flipV="1">
              <a:off x="2202720" y="4197008"/>
              <a:ext cx="1511532" cy="8559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45A061C-00BB-485D-8702-782DA9E7FB94}"/>
                </a:ext>
              </a:extLst>
            </p:cNvPr>
            <p:cNvCxnSpPr>
              <a:cxnSpLocks/>
              <a:stCxn id="4" idx="2"/>
              <a:endCxn id="8" idx="0"/>
            </p:cNvCxnSpPr>
            <p:nvPr/>
          </p:nvCxnSpPr>
          <p:spPr>
            <a:xfrm flipH="1">
              <a:off x="2202720" y="2373924"/>
              <a:ext cx="7103" cy="26790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7892948-2745-487C-8C1C-41C497B76914}"/>
              </a:ext>
            </a:extLst>
          </p:cNvPr>
          <p:cNvSpPr/>
          <p:nvPr/>
        </p:nvSpPr>
        <p:spPr>
          <a:xfrm>
            <a:off x="4655029" y="1438614"/>
            <a:ext cx="66835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Layer 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Đóng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vai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trò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controller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MVC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C00000"/>
              </a:buClr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Layer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bất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C00000"/>
              </a:buClr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 Layer</a:t>
            </a: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xuống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hạ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thuộc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entity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Domain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framework, ORM, .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v.v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08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46" y="0"/>
            <a:ext cx="9942285" cy="6858000"/>
          </a:xfrm>
          <a:prstGeom prst="rect">
            <a:avLst/>
          </a:prstGeom>
          <a:ln cmpd="sng">
            <a:noFill/>
          </a:ln>
        </p:spPr>
      </p:pic>
      <p:graphicFrame>
        <p:nvGraphicFramePr>
          <p:cNvPr id="3" name="Diagram 2"/>
          <p:cNvGraphicFramePr/>
          <p:nvPr/>
        </p:nvGraphicFramePr>
        <p:xfrm>
          <a:off x="0" y="6668086"/>
          <a:ext cx="12191999" cy="189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Rectangle 4"/>
          <p:cNvSpPr/>
          <p:nvPr/>
        </p:nvSpPr>
        <p:spPr>
          <a:xfrm>
            <a:off x="705394" y="177576"/>
            <a:ext cx="10633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Vài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khái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niệm</a:t>
            </a:r>
            <a:r>
              <a:rPr lang="en-US" sz="3600" u="sng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endParaRPr lang="en-US" sz="3600" u="sng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83622" y="950463"/>
            <a:ext cx="1065493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Façade &amp;&amp; Repository pattern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Specification pattern 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Rich vs Anemic Domain Model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service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event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CQRS (ES)</a:t>
            </a: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973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2060"/>
            </a:gs>
            <a:gs pos="0">
              <a:srgbClr val="C00000"/>
            </a:gs>
            <a:gs pos="58000">
              <a:srgbClr val="00206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851" y="659567"/>
            <a:ext cx="5651292" cy="424731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4174"/>
          <a:stretch/>
        </p:blipFill>
        <p:spPr>
          <a:xfrm>
            <a:off x="5651881" y="-13447"/>
            <a:ext cx="6544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9331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609</TotalTime>
  <Words>409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Gill Sans MT</vt:lpstr>
      <vt:lpstr>Wingdings</vt:lpstr>
      <vt:lpstr>Wingdings 2</vt:lpstr>
      <vt:lpstr>Dividend</vt:lpstr>
      <vt:lpstr>Domain driven design Tackling complexity in the heart of software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program for MS Developers 2020</dc:title>
  <dc:creator>Tram Le</dc:creator>
  <cp:lastModifiedBy>Thien Truong</cp:lastModifiedBy>
  <cp:revision>23</cp:revision>
  <dcterms:created xsi:type="dcterms:W3CDTF">2020-08-21T04:39:55Z</dcterms:created>
  <dcterms:modified xsi:type="dcterms:W3CDTF">2021-05-06T19:06:40Z</dcterms:modified>
</cp:coreProperties>
</file>