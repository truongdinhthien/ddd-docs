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6" r:id="rId4"/>
    <p:sldId id="271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90" r:id="rId13"/>
    <p:sldId id="289" r:id="rId14"/>
    <p:sldId id="28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C1996150-8B3B-4772-92F2-638427BA140D}">
          <p14:sldIdLst>
            <p14:sldId id="256"/>
          </p14:sldIdLst>
        </p14:section>
        <p14:section name="Introduction" id="{40C2C478-731A-41A8-B9E1-BEB6A8639C03}">
          <p14:sldIdLst>
            <p14:sldId id="257"/>
            <p14:sldId id="266"/>
            <p14:sldId id="271"/>
            <p14:sldId id="280"/>
            <p14:sldId id="281"/>
            <p14:sldId id="282"/>
            <p14:sldId id="283"/>
            <p14:sldId id="284"/>
            <p14:sldId id="285"/>
            <p14:sldId id="286"/>
            <p14:sldId id="290"/>
            <p14:sldId id="289"/>
            <p14:sldId id="28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841984-A49E-42ED-B67C-91D0347AF166}" v="12" dt="2021-05-06T18:11:05.9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823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46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ien Truong" userId="3ee5793a3bd81d5d" providerId="LiveId" clId="{65841984-A49E-42ED-B67C-91D0347AF166}"/>
    <pc:docChg chg="undo custSel addSld delSld modSld modSection">
      <pc:chgData name="Thien Truong" userId="3ee5793a3bd81d5d" providerId="LiveId" clId="{65841984-A49E-42ED-B67C-91D0347AF166}" dt="2021-05-06T19:06:16.078" v="1582" actId="20577"/>
      <pc:docMkLst>
        <pc:docMk/>
      </pc:docMkLst>
      <pc:sldChg chg="addSp modSp mod">
        <pc:chgData name="Thien Truong" userId="3ee5793a3bd81d5d" providerId="LiveId" clId="{65841984-A49E-42ED-B67C-91D0347AF166}" dt="2021-05-06T19:06:16.078" v="1582" actId="20577"/>
        <pc:sldMkLst>
          <pc:docMk/>
          <pc:sldMk cId="482337535" sldId="282"/>
        </pc:sldMkLst>
        <pc:spChg chg="mod">
          <ac:chgData name="Thien Truong" userId="3ee5793a3bd81d5d" providerId="LiveId" clId="{65841984-A49E-42ED-B67C-91D0347AF166}" dt="2021-05-06T19:06:16.078" v="1582" actId="20577"/>
          <ac:spMkLst>
            <pc:docMk/>
            <pc:sldMk cId="482337535" sldId="282"/>
            <ac:spMk id="40" creationId="{00000000-0000-0000-0000-000000000000}"/>
          </ac:spMkLst>
        </pc:spChg>
        <pc:picChg chg="add mod ord">
          <ac:chgData name="Thien Truong" userId="3ee5793a3bd81d5d" providerId="LiveId" clId="{65841984-A49E-42ED-B67C-91D0347AF166}" dt="2021-05-06T15:42:03.796" v="114" actId="167"/>
          <ac:picMkLst>
            <pc:docMk/>
            <pc:sldMk cId="482337535" sldId="282"/>
            <ac:picMk id="27" creationId="{A7A9F74E-FA6E-4C36-8DC8-DC002F8FFD5E}"/>
          </ac:picMkLst>
        </pc:picChg>
      </pc:sldChg>
      <pc:sldChg chg="modSp mod">
        <pc:chgData name="Thien Truong" userId="3ee5793a3bd81d5d" providerId="LiveId" clId="{65841984-A49E-42ED-B67C-91D0347AF166}" dt="2021-05-06T14:45:43.871" v="112" actId="20577"/>
        <pc:sldMkLst>
          <pc:docMk/>
          <pc:sldMk cId="815043811" sldId="285"/>
        </pc:sldMkLst>
        <pc:spChg chg="mod">
          <ac:chgData name="Thien Truong" userId="3ee5793a3bd81d5d" providerId="LiveId" clId="{65841984-A49E-42ED-B67C-91D0347AF166}" dt="2021-05-06T14:45:43.871" v="112" actId="20577"/>
          <ac:spMkLst>
            <pc:docMk/>
            <pc:sldMk cId="815043811" sldId="285"/>
            <ac:spMk id="39" creationId="{00000000-0000-0000-0000-000000000000}"/>
          </ac:spMkLst>
        </pc:spChg>
      </pc:sldChg>
      <pc:sldChg chg="modSp mod">
        <pc:chgData name="Thien Truong" userId="3ee5793a3bd81d5d" providerId="LiveId" clId="{65841984-A49E-42ED-B67C-91D0347AF166}" dt="2021-05-06T17:03:39.041" v="386" actId="20577"/>
        <pc:sldMkLst>
          <pc:docMk/>
          <pc:sldMk cId="2577447815" sldId="286"/>
        </pc:sldMkLst>
        <pc:spChg chg="mod">
          <ac:chgData name="Thien Truong" userId="3ee5793a3bd81d5d" providerId="LiveId" clId="{65841984-A49E-42ED-B67C-91D0347AF166}" dt="2021-05-06T15:57:04.020" v="137" actId="20577"/>
          <ac:spMkLst>
            <pc:docMk/>
            <pc:sldMk cId="2577447815" sldId="286"/>
            <ac:spMk id="5" creationId="{00000000-0000-0000-0000-000000000000}"/>
          </ac:spMkLst>
        </pc:spChg>
        <pc:spChg chg="mod">
          <ac:chgData name="Thien Truong" userId="3ee5793a3bd81d5d" providerId="LiveId" clId="{65841984-A49E-42ED-B67C-91D0347AF166}" dt="2021-05-06T17:03:39.041" v="386" actId="20577"/>
          <ac:spMkLst>
            <pc:docMk/>
            <pc:sldMk cId="2577447815" sldId="286"/>
            <ac:spMk id="39" creationId="{00000000-0000-0000-0000-000000000000}"/>
          </ac:spMkLst>
        </pc:spChg>
        <pc:picChg chg="mod">
          <ac:chgData name="Thien Truong" userId="3ee5793a3bd81d5d" providerId="LiveId" clId="{65841984-A49E-42ED-B67C-91D0347AF166}" dt="2021-05-06T15:48:33.568" v="119" actId="1076"/>
          <ac:picMkLst>
            <pc:docMk/>
            <pc:sldMk cId="2577447815" sldId="286"/>
            <ac:picMk id="2" creationId="{00000000-0000-0000-0000-000000000000}"/>
          </ac:picMkLst>
        </pc:picChg>
      </pc:sldChg>
      <pc:sldChg chg="modSp add del mod setBg">
        <pc:chgData name="Thien Truong" userId="3ee5793a3bd81d5d" providerId="LiveId" clId="{65841984-A49E-42ED-B67C-91D0347AF166}" dt="2021-05-06T17:04:35.253" v="392"/>
        <pc:sldMkLst>
          <pc:docMk/>
          <pc:sldMk cId="157716928" sldId="288"/>
        </pc:sldMkLst>
        <pc:picChg chg="mod">
          <ac:chgData name="Thien Truong" userId="3ee5793a3bd81d5d" providerId="LiveId" clId="{65841984-A49E-42ED-B67C-91D0347AF166}" dt="2021-05-06T17:04:34.851" v="391" actId="1076"/>
          <ac:picMkLst>
            <pc:docMk/>
            <pc:sldMk cId="157716928" sldId="288"/>
            <ac:picMk id="2" creationId="{00000000-0000-0000-0000-000000000000}"/>
          </ac:picMkLst>
        </pc:picChg>
      </pc:sldChg>
      <pc:sldChg chg="modSp add mod">
        <pc:chgData name="Thien Truong" userId="3ee5793a3bd81d5d" providerId="LiveId" clId="{65841984-A49E-42ED-B67C-91D0347AF166}" dt="2021-05-06T17:16:12.981" v="409" actId="1076"/>
        <pc:sldMkLst>
          <pc:docMk/>
          <pc:sldMk cId="1187407603" sldId="288"/>
        </pc:sldMkLst>
        <pc:spChg chg="mod">
          <ac:chgData name="Thien Truong" userId="3ee5793a3bd81d5d" providerId="LiveId" clId="{65841984-A49E-42ED-B67C-91D0347AF166}" dt="2021-05-06T17:11:18.653" v="408" actId="20577"/>
          <ac:spMkLst>
            <pc:docMk/>
            <pc:sldMk cId="1187407603" sldId="288"/>
            <ac:spMk id="39" creationId="{00000000-0000-0000-0000-000000000000}"/>
          </ac:spMkLst>
        </pc:spChg>
        <pc:picChg chg="mod">
          <ac:chgData name="Thien Truong" userId="3ee5793a3bd81d5d" providerId="LiveId" clId="{65841984-A49E-42ED-B67C-91D0347AF166}" dt="2021-05-06T17:16:12.981" v="409" actId="1076"/>
          <ac:picMkLst>
            <pc:docMk/>
            <pc:sldMk cId="1187407603" sldId="288"/>
            <ac:picMk id="2" creationId="{00000000-0000-0000-0000-000000000000}"/>
          </ac:picMkLst>
        </pc:picChg>
      </pc:sldChg>
      <pc:sldChg chg="add del setBg">
        <pc:chgData name="Thien Truong" userId="3ee5793a3bd81d5d" providerId="LiveId" clId="{65841984-A49E-42ED-B67C-91D0347AF166}" dt="2021-05-06T17:04:55.999" v="396"/>
        <pc:sldMkLst>
          <pc:docMk/>
          <pc:sldMk cId="2984130525" sldId="288"/>
        </pc:sldMkLst>
      </pc:sldChg>
      <pc:sldChg chg="new del">
        <pc:chgData name="Thien Truong" userId="3ee5793a3bd81d5d" providerId="LiveId" clId="{65841984-A49E-42ED-B67C-91D0347AF166}" dt="2021-05-06T17:04:50.414" v="394" actId="680"/>
        <pc:sldMkLst>
          <pc:docMk/>
          <pc:sldMk cId="3621923257" sldId="288"/>
        </pc:sldMkLst>
      </pc:sldChg>
      <pc:sldChg chg="modSp add mod">
        <pc:chgData name="Thien Truong" userId="3ee5793a3bd81d5d" providerId="LiveId" clId="{65841984-A49E-42ED-B67C-91D0347AF166}" dt="2021-05-06T19:03:32.582" v="1581" actId="20577"/>
        <pc:sldMkLst>
          <pc:docMk/>
          <pc:sldMk cId="2396973828" sldId="289"/>
        </pc:sldMkLst>
        <pc:spChg chg="mod">
          <ac:chgData name="Thien Truong" userId="3ee5793a3bd81d5d" providerId="LiveId" clId="{65841984-A49E-42ED-B67C-91D0347AF166}" dt="2021-05-06T17:37:11.765" v="458" actId="20577"/>
          <ac:spMkLst>
            <pc:docMk/>
            <pc:sldMk cId="2396973828" sldId="289"/>
            <ac:spMk id="5" creationId="{00000000-0000-0000-0000-000000000000}"/>
          </ac:spMkLst>
        </pc:spChg>
        <pc:spChg chg="mod">
          <ac:chgData name="Thien Truong" userId="3ee5793a3bd81d5d" providerId="LiveId" clId="{65841984-A49E-42ED-B67C-91D0347AF166}" dt="2021-05-06T19:03:32.582" v="1581" actId="20577"/>
          <ac:spMkLst>
            <pc:docMk/>
            <pc:sldMk cId="2396973828" sldId="289"/>
            <ac:spMk id="39" creationId="{00000000-0000-0000-0000-000000000000}"/>
          </ac:spMkLst>
        </pc:spChg>
      </pc:sldChg>
      <pc:sldChg chg="addSp delSp modSp add mod">
        <pc:chgData name="Thien Truong" userId="3ee5793a3bd81d5d" providerId="LiveId" clId="{65841984-A49E-42ED-B67C-91D0347AF166}" dt="2021-05-06T18:57:09.004" v="1536" actId="1076"/>
        <pc:sldMkLst>
          <pc:docMk/>
          <pc:sldMk cId="3383087945" sldId="290"/>
        </pc:sldMkLst>
        <pc:spChg chg="add mod">
          <ac:chgData name="Thien Truong" userId="3ee5793a3bd81d5d" providerId="LiveId" clId="{65841984-A49E-42ED-B67C-91D0347AF166}" dt="2021-05-06T18:11:05.906" v="824" actId="164"/>
          <ac:spMkLst>
            <pc:docMk/>
            <pc:sldMk cId="3383087945" sldId="290"/>
            <ac:spMk id="4" creationId="{318EACE8-AE3C-47F8-8B22-873B4C57DE44}"/>
          </ac:spMkLst>
        </pc:spChg>
        <pc:spChg chg="mod">
          <ac:chgData name="Thien Truong" userId="3ee5793a3bd81d5d" providerId="LiveId" clId="{65841984-A49E-42ED-B67C-91D0347AF166}" dt="2021-05-06T17:46:27.693" v="660" actId="20577"/>
          <ac:spMkLst>
            <pc:docMk/>
            <pc:sldMk cId="3383087945" sldId="290"/>
            <ac:spMk id="5" creationId="{00000000-0000-0000-0000-000000000000}"/>
          </ac:spMkLst>
        </pc:spChg>
        <pc:spChg chg="add mod">
          <ac:chgData name="Thien Truong" userId="3ee5793a3bd81d5d" providerId="LiveId" clId="{65841984-A49E-42ED-B67C-91D0347AF166}" dt="2021-05-06T18:11:05.906" v="824" actId="164"/>
          <ac:spMkLst>
            <pc:docMk/>
            <pc:sldMk cId="3383087945" sldId="290"/>
            <ac:spMk id="7" creationId="{8E992718-C0FA-4A6B-81F0-8B54B824725E}"/>
          </ac:spMkLst>
        </pc:spChg>
        <pc:spChg chg="add mod">
          <ac:chgData name="Thien Truong" userId="3ee5793a3bd81d5d" providerId="LiveId" clId="{65841984-A49E-42ED-B67C-91D0347AF166}" dt="2021-05-06T18:11:05.906" v="824" actId="164"/>
          <ac:spMkLst>
            <pc:docMk/>
            <pc:sldMk cId="3383087945" sldId="290"/>
            <ac:spMk id="8" creationId="{933EECC2-3FD8-49BA-8AC9-11C9E5FF8653}"/>
          </ac:spMkLst>
        </pc:spChg>
        <pc:spChg chg="add del mod">
          <ac:chgData name="Thien Truong" userId="3ee5793a3bd81d5d" providerId="LiveId" clId="{65841984-A49E-42ED-B67C-91D0347AF166}" dt="2021-05-06T18:07:53.914" v="791" actId="478"/>
          <ac:spMkLst>
            <pc:docMk/>
            <pc:sldMk cId="3383087945" sldId="290"/>
            <ac:spMk id="9" creationId="{FADC75EC-F9D4-4ED3-9397-E21BED74A416}"/>
          </ac:spMkLst>
        </pc:spChg>
        <pc:spChg chg="add del mod">
          <ac:chgData name="Thien Truong" userId="3ee5793a3bd81d5d" providerId="LiveId" clId="{65841984-A49E-42ED-B67C-91D0347AF166}" dt="2021-05-06T18:08:42.376" v="798" actId="767"/>
          <ac:spMkLst>
            <pc:docMk/>
            <pc:sldMk cId="3383087945" sldId="290"/>
            <ac:spMk id="25" creationId="{957045E0-F179-4864-82A7-29DD6398D4AC}"/>
          </ac:spMkLst>
        </pc:spChg>
        <pc:spChg chg="add mod">
          <ac:chgData name="Thien Truong" userId="3ee5793a3bd81d5d" providerId="LiveId" clId="{65841984-A49E-42ED-B67C-91D0347AF166}" dt="2021-05-06T18:57:09.004" v="1536" actId="1076"/>
          <ac:spMkLst>
            <pc:docMk/>
            <pc:sldMk cId="3383087945" sldId="290"/>
            <ac:spMk id="27" creationId="{B7892948-2745-487C-8C1C-41C497B76914}"/>
          </ac:spMkLst>
        </pc:spChg>
        <pc:spChg chg="del mod">
          <ac:chgData name="Thien Truong" userId="3ee5793a3bd81d5d" providerId="LiveId" clId="{65841984-A49E-42ED-B67C-91D0347AF166}" dt="2021-05-06T17:48:33.134" v="663" actId="478"/>
          <ac:spMkLst>
            <pc:docMk/>
            <pc:sldMk cId="3383087945" sldId="290"/>
            <ac:spMk id="39" creationId="{00000000-0000-0000-0000-000000000000}"/>
          </ac:spMkLst>
        </pc:spChg>
        <pc:grpChg chg="add mod">
          <ac:chgData name="Thien Truong" userId="3ee5793a3bd81d5d" providerId="LiveId" clId="{65841984-A49E-42ED-B67C-91D0347AF166}" dt="2021-05-06T18:11:54.716" v="827" actId="1076"/>
          <ac:grpSpMkLst>
            <pc:docMk/>
            <pc:sldMk cId="3383087945" sldId="290"/>
            <ac:grpSpMk id="26" creationId="{BAFAB07F-E435-4403-8E62-A20EBA17DBBD}"/>
          </ac:grpSpMkLst>
        </pc:grpChg>
        <pc:picChg chg="mod">
          <ac:chgData name="Thien Truong" userId="3ee5793a3bd81d5d" providerId="LiveId" clId="{65841984-A49E-42ED-B67C-91D0347AF166}" dt="2021-05-06T18:11:08.082" v="826" actId="1076"/>
          <ac:picMkLst>
            <pc:docMk/>
            <pc:sldMk cId="3383087945" sldId="290"/>
            <ac:picMk id="2" creationId="{00000000-0000-0000-0000-000000000000}"/>
          </ac:picMkLst>
        </pc:picChg>
        <pc:cxnChg chg="add del">
          <ac:chgData name="Thien Truong" userId="3ee5793a3bd81d5d" providerId="LiveId" clId="{65841984-A49E-42ED-B67C-91D0347AF166}" dt="2021-05-06T18:06:57.498" v="783" actId="478"/>
          <ac:cxnSpMkLst>
            <pc:docMk/>
            <pc:sldMk cId="3383087945" sldId="290"/>
            <ac:cxnSpMk id="10" creationId="{022A63FF-78EC-4E86-A28D-FA799225BEC0}"/>
          </ac:cxnSpMkLst>
        </pc:cxnChg>
        <pc:cxnChg chg="add mod">
          <ac:chgData name="Thien Truong" userId="3ee5793a3bd81d5d" providerId="LiveId" clId="{65841984-A49E-42ED-B67C-91D0347AF166}" dt="2021-05-06T18:11:05.906" v="824" actId="164"/>
          <ac:cxnSpMkLst>
            <pc:docMk/>
            <pc:sldMk cId="3383087945" sldId="290"/>
            <ac:cxnSpMk id="12" creationId="{0EE7B910-B163-4033-BC56-A471CF0C2E63}"/>
          </ac:cxnSpMkLst>
        </pc:cxnChg>
        <pc:cxnChg chg="add mod">
          <ac:chgData name="Thien Truong" userId="3ee5793a3bd81d5d" providerId="LiveId" clId="{65841984-A49E-42ED-B67C-91D0347AF166}" dt="2021-05-06T18:11:05.906" v="824" actId="164"/>
          <ac:cxnSpMkLst>
            <pc:docMk/>
            <pc:sldMk cId="3383087945" sldId="290"/>
            <ac:cxnSpMk id="14" creationId="{244F54A9-D3D4-4F04-91BC-A4A381CD624C}"/>
          </ac:cxnSpMkLst>
        </pc:cxnChg>
        <pc:cxnChg chg="add mod">
          <ac:chgData name="Thien Truong" userId="3ee5793a3bd81d5d" providerId="LiveId" clId="{65841984-A49E-42ED-B67C-91D0347AF166}" dt="2021-05-06T18:11:05.906" v="824" actId="164"/>
          <ac:cxnSpMkLst>
            <pc:docMk/>
            <pc:sldMk cId="3383087945" sldId="290"/>
            <ac:cxnSpMk id="16" creationId="{145A061C-00BB-485D-8702-782DA9E7FB94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8DE46DE3-A3A1-4224-86CE-5B00EEF3C117}" type="doc">
      <dgm:prSet loTypeId="urn:microsoft.com/office/officeart/2005/8/layout/hChevron3" loCatId="process" qsTypeId="urn:microsoft.com/office/officeart/2005/8/quickstyle/simple1" qsCatId="simple" csTypeId="urn:microsoft.com/office/officeart/2005/8/colors/colorful2" csCatId="colorful" phldr="1"/>
      <dgm:spPr/>
    </dgm:pt>
    <dgm:pt modelId="{EE58A143-5D23-4555-83A3-1B7EFA37137E}" type="pres">
      <dgm:prSet presAssocID="{8DE46DE3-A3A1-4224-86CE-5B00EEF3C117}" presName="Name0" presStyleCnt="0">
        <dgm:presLayoutVars>
          <dgm:dir/>
          <dgm:resizeHandles val="exact"/>
        </dgm:presLayoutVars>
      </dgm:prSet>
      <dgm:spPr/>
    </dgm:pt>
  </dgm:ptLst>
  <dgm:cxnLst>
    <dgm:cxn modelId="{FD26A3A8-34F9-4AF4-9EA6-D585B8D0DD31}" type="presOf" srcId="{8DE46DE3-A3A1-4224-86CE-5B00EEF3C117}" destId="{EE58A143-5D23-4555-83A3-1B7EFA37137E}" srcOrd="0" destOrd="0" presId="urn:microsoft.com/office/officeart/2005/8/layout/hChevron3"/>
  </dgm:cxnLst>
  <dgm:bg>
    <a:gradFill>
      <a:gsLst>
        <a:gs pos="0">
          <a:srgbClr val="002060"/>
        </a:gs>
        <a:gs pos="0">
          <a:srgbClr val="002060"/>
        </a:gs>
        <a:gs pos="58000">
          <a:srgbClr val="C00000"/>
        </a:gs>
      </a:gsLst>
      <a:lin ang="0" scaled="0"/>
    </a:gradFill>
  </dgm:bg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5/7/2021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5/7/2021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5/7/2021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.xml"/><Relationship Id="rId3" Type="http://schemas.microsoft.com/office/2007/relationships/hdphoto" Target="../media/hdphoto1.wdp"/><Relationship Id="rId7" Type="http://schemas.openxmlformats.org/officeDocument/2006/relationships/diagramLayout" Target="../diagrams/layout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1.xml"/><Relationship Id="rId11" Type="http://schemas.openxmlformats.org/officeDocument/2006/relationships/image" Target="../media/image4.png"/><Relationship Id="rId5" Type="http://schemas.microsoft.com/office/2007/relationships/hdphoto" Target="../media/hdphoto2.wdp"/><Relationship Id="rId10" Type="http://schemas.microsoft.com/office/2007/relationships/diagramDrawing" Target="../diagrams/drawing1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2.xml"/><Relationship Id="rId3" Type="http://schemas.microsoft.com/office/2007/relationships/hdphoto" Target="../media/hdphoto1.wdp"/><Relationship Id="rId7" Type="http://schemas.openxmlformats.org/officeDocument/2006/relationships/diagramLayout" Target="../diagrams/layout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2.xml"/><Relationship Id="rId11" Type="http://schemas.openxmlformats.org/officeDocument/2006/relationships/image" Target="../media/image5.jpeg"/><Relationship Id="rId5" Type="http://schemas.microsoft.com/office/2007/relationships/hdphoto" Target="../media/hdphoto2.wdp"/><Relationship Id="rId10" Type="http://schemas.microsoft.com/office/2007/relationships/diagramDrawing" Target="../diagrams/drawing2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3.xml"/><Relationship Id="rId3" Type="http://schemas.microsoft.com/office/2007/relationships/hdphoto" Target="../media/hdphoto1.wdp"/><Relationship Id="rId7" Type="http://schemas.openxmlformats.org/officeDocument/2006/relationships/diagramLayout" Target="../diagrams/layout3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3.xml"/><Relationship Id="rId11" Type="http://schemas.openxmlformats.org/officeDocument/2006/relationships/image" Target="../media/image6.png"/><Relationship Id="rId5" Type="http://schemas.microsoft.com/office/2007/relationships/hdphoto" Target="../media/hdphoto2.wdp"/><Relationship Id="rId10" Type="http://schemas.microsoft.com/office/2007/relationships/diagramDrawing" Target="../diagrams/drawing3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3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4.xml"/><Relationship Id="rId3" Type="http://schemas.microsoft.com/office/2007/relationships/hdphoto" Target="../media/hdphoto1.wdp"/><Relationship Id="rId7" Type="http://schemas.openxmlformats.org/officeDocument/2006/relationships/diagramLayout" Target="../diagrams/layout4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4.xml"/><Relationship Id="rId11" Type="http://schemas.openxmlformats.org/officeDocument/2006/relationships/image" Target="../media/image7.gif"/><Relationship Id="rId5" Type="http://schemas.microsoft.com/office/2007/relationships/hdphoto" Target="../media/hdphoto2.wdp"/><Relationship Id="rId10" Type="http://schemas.microsoft.com/office/2007/relationships/diagramDrawing" Target="../diagrams/drawing4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5.xml"/><Relationship Id="rId3" Type="http://schemas.microsoft.com/office/2007/relationships/hdphoto" Target="../media/hdphoto1.wdp"/><Relationship Id="rId7" Type="http://schemas.openxmlformats.org/officeDocument/2006/relationships/diagramLayout" Target="../diagrams/layout5.xml"/><Relationship Id="rId12" Type="http://schemas.openxmlformats.org/officeDocument/2006/relationships/image" Target="../media/image9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5.xml"/><Relationship Id="rId11" Type="http://schemas.openxmlformats.org/officeDocument/2006/relationships/image" Target="../media/image8.png"/><Relationship Id="rId5" Type="http://schemas.microsoft.com/office/2007/relationships/hdphoto" Target="../media/hdphoto2.wdp"/><Relationship Id="rId10" Type="http://schemas.microsoft.com/office/2007/relationships/diagramDrawing" Target="../diagrams/drawing5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6.xml"/><Relationship Id="rId3" Type="http://schemas.microsoft.com/office/2007/relationships/hdphoto" Target="../media/hdphoto1.wdp"/><Relationship Id="rId7" Type="http://schemas.openxmlformats.org/officeDocument/2006/relationships/diagramLayout" Target="../diagrams/layout6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6.xml"/><Relationship Id="rId5" Type="http://schemas.microsoft.com/office/2007/relationships/hdphoto" Target="../media/hdphoto2.wdp"/><Relationship Id="rId10" Type="http://schemas.microsoft.com/office/2007/relationships/diagramDrawing" Target="../diagrams/drawing6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7.xml"/><Relationship Id="rId3" Type="http://schemas.microsoft.com/office/2007/relationships/hdphoto" Target="../media/hdphoto1.wdp"/><Relationship Id="rId7" Type="http://schemas.openxmlformats.org/officeDocument/2006/relationships/diagramLayout" Target="../diagrams/layout7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7.xml"/><Relationship Id="rId11" Type="http://schemas.openxmlformats.org/officeDocument/2006/relationships/image" Target="../media/image10.png"/><Relationship Id="rId5" Type="http://schemas.microsoft.com/office/2007/relationships/hdphoto" Target="../media/hdphoto2.wdp"/><Relationship Id="rId10" Type="http://schemas.microsoft.com/office/2007/relationships/diagramDrawing" Target="../diagrams/drawing7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8.xml"/><Relationship Id="rId3" Type="http://schemas.microsoft.com/office/2007/relationships/hdphoto" Target="../media/hdphoto1.wdp"/><Relationship Id="rId7" Type="http://schemas.openxmlformats.org/officeDocument/2006/relationships/diagramLayout" Target="../diagrams/layout8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8.xml"/><Relationship Id="rId5" Type="http://schemas.microsoft.com/office/2007/relationships/hdphoto" Target="../media/hdphoto2.wdp"/><Relationship Id="rId10" Type="http://schemas.microsoft.com/office/2007/relationships/diagramDrawing" Target="../diagrams/drawing8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8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9.xml"/><Relationship Id="rId3" Type="http://schemas.microsoft.com/office/2007/relationships/hdphoto" Target="../media/hdphoto1.wdp"/><Relationship Id="rId7" Type="http://schemas.openxmlformats.org/officeDocument/2006/relationships/diagramLayout" Target="../diagrams/layout9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9.xml"/><Relationship Id="rId5" Type="http://schemas.microsoft.com/office/2007/relationships/hdphoto" Target="../media/hdphoto2.wdp"/><Relationship Id="rId10" Type="http://schemas.microsoft.com/office/2007/relationships/diagramDrawing" Target="../diagrams/drawing9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9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0.xml"/><Relationship Id="rId3" Type="http://schemas.microsoft.com/office/2007/relationships/hdphoto" Target="../media/hdphoto1.wdp"/><Relationship Id="rId7" Type="http://schemas.openxmlformats.org/officeDocument/2006/relationships/diagramLayout" Target="../diagrams/layout10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10.xml"/><Relationship Id="rId5" Type="http://schemas.microsoft.com/office/2007/relationships/hdphoto" Target="../media/hdphoto2.wdp"/><Relationship Id="rId10" Type="http://schemas.microsoft.com/office/2007/relationships/diagramDrawing" Target="../diagrams/drawing10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10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1.xml"/><Relationship Id="rId3" Type="http://schemas.microsoft.com/office/2007/relationships/hdphoto" Target="../media/hdphoto1.wdp"/><Relationship Id="rId7" Type="http://schemas.openxmlformats.org/officeDocument/2006/relationships/diagramLayout" Target="../diagrams/layout1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11.xml"/><Relationship Id="rId5" Type="http://schemas.microsoft.com/office/2007/relationships/hdphoto" Target="../media/hdphoto2.wdp"/><Relationship Id="rId10" Type="http://schemas.microsoft.com/office/2007/relationships/diagramDrawing" Target="../diagrams/drawing11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1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12.xml"/><Relationship Id="rId3" Type="http://schemas.microsoft.com/office/2007/relationships/hdphoto" Target="../media/hdphoto1.wdp"/><Relationship Id="rId7" Type="http://schemas.openxmlformats.org/officeDocument/2006/relationships/diagramLayout" Target="../diagrams/layout1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diagramData" Target="../diagrams/data12.xml"/><Relationship Id="rId5" Type="http://schemas.microsoft.com/office/2007/relationships/hdphoto" Target="../media/hdphoto2.wdp"/><Relationship Id="rId10" Type="http://schemas.microsoft.com/office/2007/relationships/diagramDrawing" Target="../diagrams/drawing12.xml"/><Relationship Id="rId4" Type="http://schemas.openxmlformats.org/officeDocument/2006/relationships/image" Target="../media/image3.png"/><Relationship Id="rId9" Type="http://schemas.openxmlformats.org/officeDocument/2006/relationships/diagramColors" Target="../diagrams/colors1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rgbClr val="002060"/>
            </a:gs>
            <a:gs pos="0">
              <a:srgbClr val="002060"/>
            </a:gs>
            <a:gs pos="58000">
              <a:srgbClr val="C00000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68651" y="666384"/>
            <a:ext cx="10324535" cy="5495265"/>
          </a:xfrm>
          <a:noFill/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Domain driven design</a:t>
            </a:r>
            <a:b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cap="none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Tackling complexity in the heart of software</a:t>
            </a:r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0643" y="366346"/>
            <a:ext cx="743997" cy="7439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92324" y="5652828"/>
            <a:ext cx="1858201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September</a:t>
            </a:r>
            <a:r>
              <a:rPr lang="en-US" i="1" dirty="0">
                <a:solidFill>
                  <a:schemeClr val="bg1"/>
                </a:solidFill>
              </a:rPr>
              <a:t> 2020</a:t>
            </a:r>
          </a:p>
        </p:txBody>
      </p:sp>
    </p:spTree>
    <p:extLst>
      <p:ext uri="{BB962C8B-B14F-4D97-AF65-F5344CB8AC3E}">
        <p14:creationId xmlns:p14="http://schemas.microsoft.com/office/powerpoint/2010/main" val="30683199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857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941100" y="138387"/>
            <a:ext cx="1029295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Khó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khăn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gặp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phải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6" name="Rectangle 5"/>
          <p:cNvSpPr/>
          <p:nvPr/>
        </p:nvSpPr>
        <p:spPr>
          <a:xfrm>
            <a:off x="956603" y="928468"/>
            <a:ext cx="9931791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Nghiệp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thay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đổi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Logic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nghiệp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sự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trung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Phụ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thuộc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vào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database 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đảm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bảo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nhất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quán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1" indent="-457200">
              <a:buClr>
                <a:srgbClr val="C00000"/>
              </a:buClr>
              <a:buFont typeface="Wingdings" panose="05000000000000000000" pitchFamily="2" charset="2"/>
              <a:buChar char="v"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1" indent="-457200">
              <a:buClr>
                <a:srgbClr val="C00000"/>
              </a:buClr>
              <a:buFont typeface="Wingdings" panose="05000000000000000000" pitchFamily="2" charset="2"/>
              <a:buChar char="v"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Clr>
                <a:srgbClr val="C00000"/>
              </a:buClr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AutoShape 10" descr="What is the Big Ball of Mud Anti-Pattern?"/>
          <p:cNvSpPr>
            <a:spLocks noChangeAspect="1" noChangeArrowheads="1"/>
          </p:cNvSpPr>
          <p:nvPr/>
        </p:nvSpPr>
        <p:spPr bwMode="auto">
          <a:xfrm>
            <a:off x="241775" y="1137330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69681" y="2654384"/>
            <a:ext cx="6505634" cy="3746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753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397" y="-14065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705968" y="151450"/>
            <a:ext cx="1029295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Domain Driven Design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gì</a:t>
            </a:r>
            <a:endParaRPr lang="en-US" sz="3600" u="sng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01859" y="956603"/>
            <a:ext cx="993179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endParaRPr lang="en-US" sz="2400" b="1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2" descr="Domain Driven Design Tools - Custom software development"/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824" t="3999" r="11284" b="2691"/>
          <a:stretch/>
        </p:blipFill>
        <p:spPr bwMode="auto">
          <a:xfrm>
            <a:off x="801859" y="1418268"/>
            <a:ext cx="3110593" cy="4248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/>
          <p:cNvSpPr/>
          <p:nvPr/>
        </p:nvSpPr>
        <p:spPr>
          <a:xfrm>
            <a:off x="4881747" y="1418268"/>
            <a:ext cx="6921563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Phương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pháp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thiết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kế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phần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mềm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lấy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nghiệp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(domain)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làm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tâm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Việc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thiết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kế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domain model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trọng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tâm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Tăng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cường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sự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cộng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giữa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nhóm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kỹ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thuật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 developers )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chuyên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gia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nghiệp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vụ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 domain expert )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1" indent="-457200">
              <a:buClr>
                <a:srgbClr val="C00000"/>
              </a:buClr>
              <a:buFont typeface="Wingdings" panose="05000000000000000000" pitchFamily="2" charset="2"/>
              <a:buChar char="v"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1" indent="-457200">
              <a:buClr>
                <a:srgbClr val="C00000"/>
              </a:buClr>
              <a:buFont typeface="Wingdings" panose="05000000000000000000" pitchFamily="2" charset="2"/>
              <a:buChar char="v"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Clr>
                <a:srgbClr val="C00000"/>
              </a:buClr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83057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123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732093" y="177576"/>
            <a:ext cx="1029295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Stragetic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Design</a:t>
            </a:r>
          </a:p>
        </p:txBody>
      </p:sp>
      <p:pic>
        <p:nvPicPr>
          <p:cNvPr id="2050" name="Picture 2" descr="https://ilegra.com/wp-content/uploads/2021/03/imagem1.png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0447" y="1458232"/>
            <a:ext cx="8096250" cy="4210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07095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123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705394" y="177576"/>
            <a:ext cx="106331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Ubiquitous Language -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Ngôn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ngữ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chung</a:t>
            </a:r>
            <a:endParaRPr lang="en-US" sz="3600" u="sng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05394" y="1001483"/>
            <a:ext cx="5296862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vi-VN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Ngôn ngữ được sử dụng trong cả kĩ thuật lẫn trong nghiệp vụ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vi-VN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Được phản ánh trong code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vi-VN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Được phản ánh trong tất cả tính năng của hệ thống</a:t>
            </a:r>
          </a:p>
        </p:txBody>
      </p:sp>
      <p:pic>
        <p:nvPicPr>
          <p:cNvPr id="7" name="Picture 4" descr="Strategic Domain Driven Design with Context Mapping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3309" y="1001483"/>
            <a:ext cx="4257675" cy="4295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0791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123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535576" y="242891"/>
            <a:ext cx="1094667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Bounded Context -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Ngữ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cảnh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giới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hạn</a:t>
            </a:r>
            <a:endParaRPr lang="en-US" sz="3600" u="sng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84293" y="1087232"/>
            <a:ext cx="993179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Domain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độc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lập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nối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nhau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qua context map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Phù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để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triển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khai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microservice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4" descr="Bounded Context Example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93" y="2924375"/>
            <a:ext cx="4610100" cy="2981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Microservices, bounded context, cohesion. What do they have in common? |  Hacker Noon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6059" y="3122385"/>
            <a:ext cx="5246192" cy="2103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2813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A7A9F74E-FA6E-4C36-8DC8-DC002F8FFD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123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1301938" y="293971"/>
            <a:ext cx="337674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Space</a:t>
            </a:r>
          </a:p>
        </p:txBody>
      </p:sp>
      <p:cxnSp>
        <p:nvCxnSpPr>
          <p:cNvPr id="10" name="Straight Connector 9"/>
          <p:cNvCxnSpPr/>
          <p:nvPr/>
        </p:nvCxnSpPr>
        <p:spPr>
          <a:xfrm flipH="1" flipV="1">
            <a:off x="6152265" y="293971"/>
            <a:ext cx="19866" cy="60801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7645709" y="293971"/>
            <a:ext cx="337674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Solution Space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173161" y="1234273"/>
            <a:ext cx="5589243" cy="1885434"/>
            <a:chOff x="232298" y="1498600"/>
            <a:chExt cx="5589243" cy="1885434"/>
          </a:xfrm>
        </p:grpSpPr>
        <p:sp>
          <p:nvSpPr>
            <p:cNvPr id="15" name="Rectangle 14"/>
            <p:cNvSpPr/>
            <p:nvPr/>
          </p:nvSpPr>
          <p:spPr>
            <a:xfrm>
              <a:off x="2163941" y="1498600"/>
              <a:ext cx="1600200" cy="7239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Domain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163941" y="2660134"/>
              <a:ext cx="1600200" cy="7239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Subdomain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221341" y="2660134"/>
              <a:ext cx="1600200" cy="7239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Subdomain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32298" y="2660134"/>
              <a:ext cx="1600200" cy="723900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Subdomain</a:t>
              </a:r>
            </a:p>
          </p:txBody>
        </p:sp>
        <p:cxnSp>
          <p:nvCxnSpPr>
            <p:cNvPr id="19" name="Straight Arrow Connector 18"/>
            <p:cNvCxnSpPr>
              <a:stCxn id="15" idx="2"/>
              <a:endCxn id="16" idx="0"/>
            </p:cNvCxnSpPr>
            <p:nvPr/>
          </p:nvCxnSpPr>
          <p:spPr>
            <a:xfrm>
              <a:off x="2964041" y="2222500"/>
              <a:ext cx="0" cy="43763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0" name="Straight Arrow Connector 19"/>
            <p:cNvCxnSpPr>
              <a:stCxn id="15" idx="1"/>
              <a:endCxn id="18" idx="0"/>
            </p:cNvCxnSpPr>
            <p:nvPr/>
          </p:nvCxnSpPr>
          <p:spPr>
            <a:xfrm flipH="1">
              <a:off x="1032398" y="1860550"/>
              <a:ext cx="1131543" cy="7995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1" name="Straight Arrow Connector 20"/>
            <p:cNvCxnSpPr>
              <a:stCxn id="15" idx="3"/>
              <a:endCxn id="17" idx="0"/>
            </p:cNvCxnSpPr>
            <p:nvPr/>
          </p:nvCxnSpPr>
          <p:spPr>
            <a:xfrm>
              <a:off x="3764141" y="1860550"/>
              <a:ext cx="1257300" cy="79958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22" name="Flowchart: Process 21"/>
          <p:cNvSpPr/>
          <p:nvPr/>
        </p:nvSpPr>
        <p:spPr>
          <a:xfrm>
            <a:off x="8178765" y="1057536"/>
            <a:ext cx="2006600" cy="53975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20801" y="2110712"/>
            <a:ext cx="4722528" cy="3888098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lowchart: Process 23"/>
          <p:cNvSpPr/>
          <p:nvPr/>
        </p:nvSpPr>
        <p:spPr>
          <a:xfrm>
            <a:off x="7080986" y="2845421"/>
            <a:ext cx="1967166" cy="124915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Bounded Context</a:t>
            </a:r>
          </a:p>
          <a:p>
            <a:pPr algn="ctr"/>
            <a:r>
              <a:rPr lang="en-US" dirty="0">
                <a:solidFill>
                  <a:srgbClr val="FFFF00"/>
                </a:solidFill>
              </a:rPr>
              <a:t>Ubiquitous Language</a:t>
            </a:r>
          </a:p>
        </p:txBody>
      </p:sp>
      <p:sp>
        <p:nvSpPr>
          <p:cNvPr id="28" name="Flowchart: Process 27"/>
          <p:cNvSpPr/>
          <p:nvPr/>
        </p:nvSpPr>
        <p:spPr>
          <a:xfrm>
            <a:off x="9383751" y="2840364"/>
            <a:ext cx="1967166" cy="124915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Bounded Context</a:t>
            </a:r>
          </a:p>
          <a:p>
            <a:pPr algn="ctr"/>
            <a:r>
              <a:rPr lang="en-US" dirty="0">
                <a:solidFill>
                  <a:srgbClr val="FFFF00"/>
                </a:solidFill>
              </a:rPr>
              <a:t>Ubiquitous Language</a:t>
            </a:r>
          </a:p>
        </p:txBody>
      </p:sp>
      <p:sp>
        <p:nvSpPr>
          <p:cNvPr id="29" name="Flowchart: Process 28"/>
          <p:cNvSpPr/>
          <p:nvPr/>
        </p:nvSpPr>
        <p:spPr>
          <a:xfrm>
            <a:off x="9383751" y="4485857"/>
            <a:ext cx="1967166" cy="124915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Bounded Context</a:t>
            </a:r>
          </a:p>
          <a:p>
            <a:pPr algn="ctr"/>
            <a:r>
              <a:rPr lang="en-US" dirty="0">
                <a:solidFill>
                  <a:srgbClr val="FFFF00"/>
                </a:solidFill>
              </a:rPr>
              <a:t>Ubiquitous Language</a:t>
            </a:r>
          </a:p>
        </p:txBody>
      </p:sp>
      <p:sp>
        <p:nvSpPr>
          <p:cNvPr id="30" name="Flowchart: Process 29"/>
          <p:cNvSpPr/>
          <p:nvPr/>
        </p:nvSpPr>
        <p:spPr>
          <a:xfrm>
            <a:off x="7080986" y="4488681"/>
            <a:ext cx="1967166" cy="124915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Bounded Context</a:t>
            </a:r>
          </a:p>
          <a:p>
            <a:pPr algn="ctr"/>
            <a:r>
              <a:rPr lang="en-US" dirty="0">
                <a:solidFill>
                  <a:srgbClr val="FFFF00"/>
                </a:solidFill>
              </a:rPr>
              <a:t>Ubiquitous Language</a:t>
            </a:r>
          </a:p>
        </p:txBody>
      </p:sp>
      <p:cxnSp>
        <p:nvCxnSpPr>
          <p:cNvPr id="32" name="Straight Connector 31"/>
          <p:cNvCxnSpPr>
            <a:stCxn id="24" idx="2"/>
            <a:endCxn id="30" idx="0"/>
          </p:cNvCxnSpPr>
          <p:nvPr/>
        </p:nvCxnSpPr>
        <p:spPr>
          <a:xfrm>
            <a:off x="8064569" y="4094571"/>
            <a:ext cx="0" cy="39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stCxn id="24" idx="3"/>
            <a:endCxn id="28" idx="1"/>
          </p:cNvCxnSpPr>
          <p:nvPr/>
        </p:nvCxnSpPr>
        <p:spPr>
          <a:xfrm flipV="1">
            <a:off x="9048152" y="3464939"/>
            <a:ext cx="335599" cy="50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V="1">
            <a:off x="9048152" y="4089514"/>
            <a:ext cx="335599" cy="3963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>
            <a:stCxn id="28" idx="2"/>
            <a:endCxn id="29" idx="0"/>
          </p:cNvCxnSpPr>
          <p:nvPr/>
        </p:nvCxnSpPr>
        <p:spPr>
          <a:xfrm>
            <a:off x="10367334" y="4089514"/>
            <a:ext cx="0" cy="3963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6417064" y="6115554"/>
            <a:ext cx="559777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</a:rPr>
              <a:t>Context Map </a:t>
            </a:r>
            <a:r>
              <a:rPr lang="en-US" sz="1600" dirty="0"/>
              <a:t>:  </a:t>
            </a:r>
            <a:r>
              <a:rPr 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Bản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chất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của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các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quan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sz="16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hệ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Bounded Contexts</a:t>
            </a:r>
          </a:p>
        </p:txBody>
      </p:sp>
      <p:cxnSp>
        <p:nvCxnSpPr>
          <p:cNvPr id="42" name="Straight Arrow Connector 41"/>
          <p:cNvCxnSpPr>
            <a:stCxn id="22" idx="2"/>
            <a:endCxn id="23" idx="0"/>
          </p:cNvCxnSpPr>
          <p:nvPr/>
        </p:nvCxnSpPr>
        <p:spPr>
          <a:xfrm>
            <a:off x="9182065" y="1597286"/>
            <a:ext cx="0" cy="5134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35707" y="2227994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Context map</a:t>
            </a:r>
          </a:p>
        </p:txBody>
      </p:sp>
    </p:spTree>
    <p:extLst>
      <p:ext uri="{BB962C8B-B14F-4D97-AF65-F5344CB8AC3E}">
        <p14:creationId xmlns:p14="http://schemas.microsoft.com/office/powerpoint/2010/main" val="482337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8" grpId="0" animBg="1"/>
      <p:bldP spid="29" grpId="0" animBg="1"/>
      <p:bldP spid="30" grpId="0" animBg="1"/>
      <p:bldP spid="40" grpId="0"/>
      <p:bldP spid="4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123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705394" y="177576"/>
            <a:ext cx="106331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Tactical Design</a:t>
            </a:r>
          </a:p>
        </p:txBody>
      </p:sp>
      <p:pic>
        <p:nvPicPr>
          <p:cNvPr id="37" name="Picture 2" descr="Domain driven design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2081" y="1253331"/>
            <a:ext cx="6039791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98994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4909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705394" y="177576"/>
            <a:ext cx="106331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Entity –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endParaRPr lang="en-US" sz="3600" u="sng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83622" y="950463"/>
            <a:ext cx="1065493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danh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bất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biến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duy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nhất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Chứa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logic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riêng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Cần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nên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cân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nhắc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xem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đối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tượng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phải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một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Entity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42978" y="2662283"/>
            <a:ext cx="2519129" cy="3494312"/>
            <a:chOff x="4542978" y="2662283"/>
            <a:chExt cx="2519129" cy="3494312"/>
          </a:xfrm>
        </p:grpSpPr>
        <p:sp>
          <p:nvSpPr>
            <p:cNvPr id="4" name="Rectangle 3"/>
            <p:cNvSpPr/>
            <p:nvPr/>
          </p:nvSpPr>
          <p:spPr>
            <a:xfrm>
              <a:off x="4555672" y="2662283"/>
              <a:ext cx="2506434" cy="35922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Order entity</a:t>
              </a:r>
              <a:endParaRPr lang="en-US" dirty="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555671" y="3143974"/>
              <a:ext cx="2506435" cy="144507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b="1" dirty="0" smtClean="0"/>
                <a:t>Attributes</a:t>
              </a:r>
            </a:p>
            <a:p>
              <a:r>
                <a:rPr lang="en-US" dirty="0" smtClean="0"/>
                <a:t>ID</a:t>
              </a:r>
            </a:p>
            <a:p>
              <a:r>
                <a:rPr lang="en-US" dirty="0" smtClean="0"/>
                <a:t>Name</a:t>
              </a:r>
            </a:p>
            <a:p>
              <a:r>
                <a:rPr lang="en-US" dirty="0" smtClean="0"/>
                <a:t>Address</a:t>
              </a:r>
            </a:p>
            <a:p>
              <a:r>
                <a:rPr lang="en-US" dirty="0" err="1" smtClean="0"/>
                <a:t>OrderItem</a:t>
              </a:r>
              <a:r>
                <a:rPr lang="en-US" dirty="0" err="1"/>
                <a:t>s</a:t>
              </a:r>
              <a:endParaRPr lang="en-US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542978" y="4711516"/>
              <a:ext cx="2519129" cy="144507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b="1" dirty="0" smtClean="0"/>
                <a:t>Methods</a:t>
              </a:r>
            </a:p>
            <a:p>
              <a:r>
                <a:rPr lang="en-US" dirty="0" smtClean="0"/>
                <a:t>Order()</a:t>
              </a:r>
            </a:p>
            <a:p>
              <a:r>
                <a:rPr lang="en-US" dirty="0" err="1" smtClean="0"/>
                <a:t>AddOrderItems</a:t>
              </a:r>
              <a:r>
                <a:rPr lang="en-US" dirty="0" smtClean="0"/>
                <a:t>(items)</a:t>
              </a:r>
            </a:p>
            <a:p>
              <a:r>
                <a:rPr lang="en-US" dirty="0" err="1" smtClean="0"/>
                <a:t>SetAddress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6565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123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705394" y="177576"/>
            <a:ext cx="106331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Value Object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622" y="950463"/>
            <a:ext cx="1065493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danh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Value object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tính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bất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biến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khả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chuyển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 Immutable )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vi-VN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Nếu các thuộc tính đều có cùng giá trị thì là các object như nhau.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4757872" y="2866390"/>
            <a:ext cx="2506435" cy="1926770"/>
            <a:chOff x="4555671" y="2662283"/>
            <a:chExt cx="2506435" cy="1926770"/>
          </a:xfrm>
        </p:grpSpPr>
        <p:sp>
          <p:nvSpPr>
            <p:cNvPr id="7" name="Rectangle 6"/>
            <p:cNvSpPr/>
            <p:nvPr/>
          </p:nvSpPr>
          <p:spPr>
            <a:xfrm>
              <a:off x="4555672" y="2662283"/>
              <a:ext cx="2506434" cy="35922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smtClean="0"/>
                <a:t>Address Value Object</a:t>
              </a:r>
              <a:endParaRPr lang="en-US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4555671" y="3143974"/>
              <a:ext cx="2506435" cy="144507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b="1" dirty="0" smtClean="0"/>
                <a:t>Attributes</a:t>
              </a:r>
            </a:p>
            <a:p>
              <a:r>
                <a:rPr lang="en-US" dirty="0" smtClean="0"/>
                <a:t>City</a:t>
              </a:r>
            </a:p>
            <a:p>
              <a:r>
                <a:rPr lang="en-US" dirty="0" smtClean="0"/>
                <a:t>District</a:t>
              </a:r>
            </a:p>
            <a:p>
              <a:r>
                <a:rPr lang="en-US" dirty="0" smtClean="0"/>
                <a:t>State</a:t>
              </a:r>
            </a:p>
            <a:p>
              <a:r>
                <a:rPr lang="en-US" dirty="0" smtClean="0"/>
                <a:t>Road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5043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123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>
            <p:extLst>
              <p:ext uri="{D42A27DB-BD31-4B8C-83A1-F6EECF244321}">
                <p14:modId xmlns:p14="http://schemas.microsoft.com/office/powerpoint/2010/main" val="2719630393"/>
              </p:ext>
            </p:extLst>
          </p:nvPr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705394" y="177576"/>
            <a:ext cx="106331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Aggregate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622" y="950463"/>
            <a:ext cx="10654937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Một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xử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đều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qua Aggregate Root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Aggregate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phải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chứa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behavior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entity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7" name="Group 16"/>
          <p:cNvGrpSpPr/>
          <p:nvPr/>
        </p:nvGrpSpPr>
        <p:grpSpPr>
          <a:xfrm>
            <a:off x="2061035" y="2520123"/>
            <a:ext cx="7921882" cy="3494312"/>
            <a:chOff x="2061035" y="2520123"/>
            <a:chExt cx="7921882" cy="3494312"/>
          </a:xfrm>
        </p:grpSpPr>
        <p:grpSp>
          <p:nvGrpSpPr>
            <p:cNvPr id="6" name="Group 5"/>
            <p:cNvGrpSpPr/>
            <p:nvPr/>
          </p:nvGrpSpPr>
          <p:grpSpPr>
            <a:xfrm>
              <a:off x="2061035" y="2520123"/>
              <a:ext cx="2519129" cy="3494312"/>
              <a:chOff x="4542978" y="2662283"/>
              <a:chExt cx="2519129" cy="3494312"/>
            </a:xfrm>
          </p:grpSpPr>
          <p:sp>
            <p:nvSpPr>
              <p:cNvPr id="7" name="Rectangle 6"/>
              <p:cNvSpPr/>
              <p:nvPr/>
            </p:nvSpPr>
            <p:spPr>
              <a:xfrm>
                <a:off x="4555672" y="2662283"/>
                <a:ext cx="2506434" cy="35922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smtClean="0"/>
                  <a:t>Order entity</a:t>
                </a:r>
                <a:endParaRPr lang="en-US" dirty="0"/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4555671" y="3143974"/>
                <a:ext cx="2506435" cy="144507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b="1" dirty="0" smtClean="0"/>
                  <a:t>Attributes</a:t>
                </a:r>
              </a:p>
              <a:p>
                <a:r>
                  <a:rPr lang="en-US" dirty="0" smtClean="0"/>
                  <a:t>ID</a:t>
                </a:r>
              </a:p>
              <a:p>
                <a:r>
                  <a:rPr lang="en-US" dirty="0" smtClean="0"/>
                  <a:t>Name</a:t>
                </a:r>
              </a:p>
              <a:p>
                <a:r>
                  <a:rPr lang="en-US" dirty="0" smtClean="0"/>
                  <a:t>Address</a:t>
                </a:r>
              </a:p>
              <a:p>
                <a:r>
                  <a:rPr lang="en-US" dirty="0" err="1" smtClean="0"/>
                  <a:t>OrderItem</a:t>
                </a:r>
                <a:r>
                  <a:rPr lang="en-US" dirty="0" err="1"/>
                  <a:t>s</a:t>
                </a:r>
                <a:endParaRPr lang="en-US" dirty="0"/>
              </a:p>
            </p:txBody>
          </p:sp>
          <p:sp>
            <p:nvSpPr>
              <p:cNvPr id="9" name="Rectangle 8"/>
              <p:cNvSpPr/>
              <p:nvPr/>
            </p:nvSpPr>
            <p:spPr>
              <a:xfrm>
                <a:off x="4542978" y="4711516"/>
                <a:ext cx="2519129" cy="144507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b="1" dirty="0" smtClean="0"/>
                  <a:t>Methods</a:t>
                </a:r>
              </a:p>
              <a:p>
                <a:r>
                  <a:rPr lang="en-US" dirty="0" smtClean="0"/>
                  <a:t>Order()</a:t>
                </a:r>
              </a:p>
              <a:p>
                <a:r>
                  <a:rPr lang="en-US" dirty="0" err="1" smtClean="0"/>
                  <a:t>AddOrderItems</a:t>
                </a:r>
                <a:r>
                  <a:rPr lang="en-US" dirty="0" smtClean="0"/>
                  <a:t>(items)</a:t>
                </a:r>
              </a:p>
              <a:p>
                <a:r>
                  <a:rPr lang="en-US" dirty="0" err="1" smtClean="0"/>
                  <a:t>SetAddress</a:t>
                </a:r>
                <a:endParaRPr lang="en-US" dirty="0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7476482" y="2520123"/>
              <a:ext cx="2506435" cy="1926770"/>
              <a:chOff x="4555671" y="2662283"/>
              <a:chExt cx="2506435" cy="1926770"/>
            </a:xfrm>
          </p:grpSpPr>
          <p:sp>
            <p:nvSpPr>
              <p:cNvPr id="11" name="Rectangle 10"/>
              <p:cNvSpPr/>
              <p:nvPr/>
            </p:nvSpPr>
            <p:spPr>
              <a:xfrm>
                <a:off x="4555672" y="2662283"/>
                <a:ext cx="2506434" cy="35922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smtClean="0"/>
                  <a:t>Address Value Object</a:t>
                </a:r>
                <a:endParaRPr lang="en-US" dirty="0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4555671" y="3143974"/>
                <a:ext cx="2506435" cy="144507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b="1" dirty="0" smtClean="0"/>
                  <a:t>Attributes</a:t>
                </a:r>
              </a:p>
              <a:p>
                <a:r>
                  <a:rPr lang="en-US" dirty="0" smtClean="0"/>
                  <a:t>City</a:t>
                </a:r>
              </a:p>
              <a:p>
                <a:r>
                  <a:rPr lang="en-US" dirty="0" smtClean="0"/>
                  <a:t>District</a:t>
                </a:r>
              </a:p>
              <a:p>
                <a:r>
                  <a:rPr lang="en-US" dirty="0" smtClean="0"/>
                  <a:t>State</a:t>
                </a:r>
              </a:p>
              <a:p>
                <a:r>
                  <a:rPr lang="en-US" dirty="0" smtClean="0"/>
                  <a:t>Road</a:t>
                </a:r>
              </a:p>
            </p:txBody>
          </p:sp>
        </p:grpSp>
        <p:grpSp>
          <p:nvGrpSpPr>
            <p:cNvPr id="13" name="Group 12"/>
            <p:cNvGrpSpPr/>
            <p:nvPr/>
          </p:nvGrpSpPr>
          <p:grpSpPr>
            <a:xfrm>
              <a:off x="4775105" y="2520123"/>
              <a:ext cx="2506435" cy="1926770"/>
              <a:chOff x="4555671" y="2662283"/>
              <a:chExt cx="2506435" cy="1926770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4555672" y="2662283"/>
                <a:ext cx="2506434" cy="359228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err="1" smtClean="0"/>
                  <a:t>OrderItem</a:t>
                </a:r>
                <a:r>
                  <a:rPr lang="en-US" dirty="0" smtClean="0"/>
                  <a:t> child entity</a:t>
                </a:r>
                <a:endParaRPr lang="en-US" dirty="0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4555671" y="3143974"/>
                <a:ext cx="2506435" cy="144507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b="1" dirty="0" smtClean="0"/>
                  <a:t>Attributes</a:t>
                </a:r>
              </a:p>
              <a:p>
                <a:r>
                  <a:rPr lang="en-US" dirty="0" err="1" smtClean="0"/>
                  <a:t>ProductId</a:t>
                </a:r>
                <a:endParaRPr lang="en-US" dirty="0" smtClean="0"/>
              </a:p>
              <a:p>
                <a:r>
                  <a:rPr lang="en-US" dirty="0" smtClean="0"/>
                  <a:t>Price</a:t>
                </a:r>
              </a:p>
              <a:p>
                <a:r>
                  <a:rPr lang="en-US" dirty="0" smtClean="0"/>
                  <a:t>Quantity</a:t>
                </a:r>
                <a:endParaRPr lang="en-US" dirty="0"/>
              </a:p>
            </p:txBody>
          </p:sp>
        </p:grpSp>
        <p:sp>
          <p:nvSpPr>
            <p:cNvPr id="19" name="Rectangle 18"/>
            <p:cNvSpPr/>
            <p:nvPr/>
          </p:nvSpPr>
          <p:spPr>
            <a:xfrm>
              <a:off x="4751525" y="4569355"/>
              <a:ext cx="2519129" cy="1445079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b="1" dirty="0" smtClean="0"/>
                <a:t>Methods</a:t>
              </a:r>
            </a:p>
            <a:p>
              <a:r>
                <a:rPr lang="en-US" dirty="0" err="1" smtClean="0"/>
                <a:t>OrderItems</a:t>
              </a:r>
              <a:r>
                <a:rPr lang="en-US" dirty="0" smtClean="0"/>
                <a:t>()</a:t>
              </a:r>
            </a:p>
            <a:p>
              <a:r>
                <a:rPr lang="en-US" dirty="0" smtClean="0"/>
                <a:t>Increase(</a:t>
              </a:r>
              <a:r>
                <a:rPr lang="en-US" dirty="0" err="1" smtClean="0"/>
                <a:t>productId</a:t>
              </a:r>
              <a:r>
                <a:rPr lang="en-US" dirty="0"/>
                <a:t>)</a:t>
              </a:r>
              <a:endParaRPr lang="en-US" dirty="0" smtClean="0"/>
            </a:p>
            <a:p>
              <a:r>
                <a:rPr lang="en-US" dirty="0" err="1" smtClean="0"/>
                <a:t>SetAddress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577447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9046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/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705394" y="177576"/>
            <a:ext cx="106331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Layered Architecture –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Kiến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trúc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phân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endParaRPr lang="en-US" sz="3600" u="sng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AFAB07F-E435-4403-8E62-A20EBA17DBBD}"/>
              </a:ext>
            </a:extLst>
          </p:cNvPr>
          <p:cNvGrpSpPr/>
          <p:nvPr/>
        </p:nvGrpSpPr>
        <p:grpSpPr>
          <a:xfrm>
            <a:off x="980669" y="1405107"/>
            <a:ext cx="3393086" cy="4613323"/>
            <a:chOff x="1261943" y="1406770"/>
            <a:chExt cx="3393086" cy="461332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18EACE8-AE3C-47F8-8B22-873B4C57DE44}"/>
                </a:ext>
              </a:extLst>
            </p:cNvPr>
            <p:cNvSpPr/>
            <p:nvPr/>
          </p:nvSpPr>
          <p:spPr>
            <a:xfrm>
              <a:off x="1269046" y="1406770"/>
              <a:ext cx="1881554" cy="967154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E992718-C0FA-4A6B-81F0-8B54B824725E}"/>
                </a:ext>
              </a:extLst>
            </p:cNvPr>
            <p:cNvSpPr/>
            <p:nvPr/>
          </p:nvSpPr>
          <p:spPr>
            <a:xfrm>
              <a:off x="2773475" y="3229854"/>
              <a:ext cx="1881554" cy="967154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Domain Model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33EECC2-3FD8-49BA-8AC9-11C9E5FF8653}"/>
                </a:ext>
              </a:extLst>
            </p:cNvPr>
            <p:cNvSpPr/>
            <p:nvPr/>
          </p:nvSpPr>
          <p:spPr>
            <a:xfrm>
              <a:off x="1261943" y="5052939"/>
              <a:ext cx="1881554" cy="967154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Infrastructure Layer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0EE7B910-B163-4033-BC56-A471CF0C2E63}"/>
                </a:ext>
              </a:extLst>
            </p:cNvPr>
            <p:cNvCxnSpPr>
              <a:stCxn id="4" idx="2"/>
              <a:endCxn id="7" idx="0"/>
            </p:cNvCxnSpPr>
            <p:nvPr/>
          </p:nvCxnSpPr>
          <p:spPr>
            <a:xfrm>
              <a:off x="2209823" y="2373924"/>
              <a:ext cx="1504429" cy="85593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244F54A9-D3D4-4F04-91BC-A4A381CD624C}"/>
                </a:ext>
              </a:extLst>
            </p:cNvPr>
            <p:cNvCxnSpPr>
              <a:stCxn id="8" idx="0"/>
              <a:endCxn id="7" idx="2"/>
            </p:cNvCxnSpPr>
            <p:nvPr/>
          </p:nvCxnSpPr>
          <p:spPr>
            <a:xfrm flipV="1">
              <a:off x="2202720" y="4197008"/>
              <a:ext cx="1511532" cy="8559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45A061C-00BB-485D-8702-782DA9E7FB94}"/>
                </a:ext>
              </a:extLst>
            </p:cNvPr>
            <p:cNvCxnSpPr>
              <a:cxnSpLocks/>
              <a:stCxn id="4" idx="2"/>
              <a:endCxn id="8" idx="0"/>
            </p:cNvCxnSpPr>
            <p:nvPr/>
          </p:nvCxnSpPr>
          <p:spPr>
            <a:xfrm flipH="1">
              <a:off x="2202720" y="2373924"/>
              <a:ext cx="7103" cy="26790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B7892948-2745-487C-8C1C-41C497B76914}"/>
              </a:ext>
            </a:extLst>
          </p:cNvPr>
          <p:cNvSpPr/>
          <p:nvPr/>
        </p:nvSpPr>
        <p:spPr>
          <a:xfrm>
            <a:off x="4655029" y="1438614"/>
            <a:ext cx="6683531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b="1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 Layer </a:t>
            </a:r>
          </a:p>
          <a:p>
            <a:pPr marL="800100" lvl="1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Đóng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vai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trò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như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controller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trong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MVC</a:t>
            </a:r>
          </a:p>
          <a:p>
            <a:pPr marL="800100" lvl="1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Phụ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thuộc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toàn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bộ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vào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tầng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dưới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Clr>
                <a:srgbClr val="C00000"/>
              </a:buClr>
            </a:pP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b="1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Domain Layer</a:t>
            </a:r>
          </a:p>
          <a:p>
            <a:pPr marL="800100" lvl="1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Trái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phụ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thuộc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vào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bất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cứ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tầng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nào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buClr>
                <a:srgbClr val="C00000"/>
              </a:buClr>
            </a:pP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b="1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Infrastructure Layer</a:t>
            </a:r>
          </a:p>
          <a:p>
            <a:pPr marL="800100" lvl="1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Chứa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thao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xuống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sở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hạ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tầng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Phụ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thuộc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vào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entity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tầng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Domain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thư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viện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framework, ORM, .</a:t>
            </a:r>
            <a:r>
              <a:rPr lang="en-US" sz="24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v.v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087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 pressure="1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9046" y="0"/>
            <a:ext cx="9942285" cy="6858000"/>
          </a:xfrm>
          <a:prstGeom prst="rect">
            <a:avLst/>
          </a:prstGeom>
          <a:ln cmpd="sng">
            <a:noFill/>
          </a:ln>
        </p:spPr>
      </p:pic>
      <p:graphicFrame>
        <p:nvGraphicFramePr>
          <p:cNvPr id="3" name="Diagram 2"/>
          <p:cNvGraphicFramePr/>
          <p:nvPr/>
        </p:nvGraphicFramePr>
        <p:xfrm>
          <a:off x="0" y="6668086"/>
          <a:ext cx="12191999" cy="189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  <p:sp>
        <p:nvSpPr>
          <p:cNvPr id="5" name="Rectangle 4"/>
          <p:cNvSpPr/>
          <p:nvPr/>
        </p:nvSpPr>
        <p:spPr>
          <a:xfrm>
            <a:off x="705394" y="177576"/>
            <a:ext cx="106331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Vài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khái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niệm</a:t>
            </a:r>
            <a:r>
              <a:rPr lang="en-US" sz="3600" u="sng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u="sng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khác</a:t>
            </a:r>
            <a:endParaRPr lang="en-US" sz="3600" u="sng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83622" y="950463"/>
            <a:ext cx="10654937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Façade &amp;&amp; Repository pattern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Specification pattern 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Rich vs Anemic Domain Model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Domain service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Domain event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CQRS (ES)</a:t>
            </a:r>
          </a:p>
          <a:p>
            <a:pPr marL="342900" indent="-342900">
              <a:buClr>
                <a:srgbClr val="C00000"/>
              </a:buClr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6973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rgbClr val="002060"/>
            </a:gs>
            <a:gs pos="0">
              <a:srgbClr val="C00000"/>
            </a:gs>
            <a:gs pos="58000">
              <a:srgbClr val="002060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4851" y="659567"/>
            <a:ext cx="5651292" cy="4247317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endParaRPr lang="en-US" sz="5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5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5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  <a:p>
            <a:endParaRPr lang="en-US" sz="5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5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Pencil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34174"/>
          <a:stretch/>
        </p:blipFill>
        <p:spPr>
          <a:xfrm>
            <a:off x="5651881" y="-13447"/>
            <a:ext cx="65446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933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652</TotalTime>
  <Words>419</Words>
  <Application>Microsoft Office PowerPoint</Application>
  <PresentationFormat>Widescreen</PresentationFormat>
  <Paragraphs>118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Gill Sans MT</vt:lpstr>
      <vt:lpstr>Wingdings</vt:lpstr>
      <vt:lpstr>Wingdings 2</vt:lpstr>
      <vt:lpstr>Dividend</vt:lpstr>
      <vt:lpstr>Domain driven design Tackling complexity in the heart of software 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Training program for MS Developers 2020</dc:title>
  <dc:creator>Tram Le</dc:creator>
  <cp:lastModifiedBy>Thiện Trương Đình</cp:lastModifiedBy>
  <cp:revision>27</cp:revision>
  <dcterms:created xsi:type="dcterms:W3CDTF">2020-08-21T04:39:55Z</dcterms:created>
  <dcterms:modified xsi:type="dcterms:W3CDTF">2021-05-07T08:49:49Z</dcterms:modified>
</cp:coreProperties>
</file>